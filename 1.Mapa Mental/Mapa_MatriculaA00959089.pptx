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8288000" cy="1017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C9E0"/>
    <a:srgbClr val="802306"/>
    <a:srgbClr val="F3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EEC320-0258-4159-A1B5-0CF883E647AF}" v="32" dt="2026-04-27T05:51:54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34" d="100"/>
          <a:sy n="34" d="100"/>
        </p:scale>
        <p:origin x="528" y="4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pez, Marcelo (M.)" userId="c4c78f89-c894-43e2-bb97-6ab26c331732" providerId="ADAL" clId="{418D92BD-ACDC-4BB5-8697-CC0596E7F94A}"/>
    <pc:docChg chg="undo custSel modSld">
      <pc:chgData name="Lopez, Marcelo (M.)" userId="c4c78f89-c894-43e2-bb97-6ab26c331732" providerId="ADAL" clId="{418D92BD-ACDC-4BB5-8697-CC0596E7F94A}" dt="2026-04-27T05:51:54.884" v="260"/>
      <pc:docMkLst>
        <pc:docMk/>
      </pc:docMkLst>
      <pc:sldChg chg="addSp delSp modSp mod setBg">
        <pc:chgData name="Lopez, Marcelo (M.)" userId="c4c78f89-c894-43e2-bb97-6ab26c331732" providerId="ADAL" clId="{418D92BD-ACDC-4BB5-8697-CC0596E7F94A}" dt="2026-04-27T05:51:54.884" v="260"/>
        <pc:sldMkLst>
          <pc:docMk/>
          <pc:sldMk cId="1286556063" sldId="256"/>
        </pc:sldMkLst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5" creationId="{80A4D172-1281-BBE0-3AF3-2806EE8C51FE}"/>
          </ac:spMkLst>
        </pc:spChg>
        <pc:spChg chg="mod">
          <ac:chgData name="Lopez, Marcelo (M.)" userId="c4c78f89-c894-43e2-bb97-6ab26c331732" providerId="ADAL" clId="{418D92BD-ACDC-4BB5-8697-CC0596E7F94A}" dt="2026-04-27T05:51:14.354" v="249" actId="14100"/>
          <ac:spMkLst>
            <pc:docMk/>
            <pc:sldMk cId="1286556063" sldId="256"/>
            <ac:spMk id="7" creationId="{2D03E6B4-E8CD-2169-2F12-A34188645B45}"/>
          </ac:spMkLst>
        </pc:spChg>
        <pc:spChg chg="mod">
          <ac:chgData name="Lopez, Marcelo (M.)" userId="c4c78f89-c894-43e2-bb97-6ab26c331732" providerId="ADAL" clId="{418D92BD-ACDC-4BB5-8697-CC0596E7F94A}" dt="2026-04-27T05:51:21.687" v="252" actId="14100"/>
          <ac:spMkLst>
            <pc:docMk/>
            <pc:sldMk cId="1286556063" sldId="256"/>
            <ac:spMk id="8" creationId="{2AE0C91B-75C0-18D2-30A2-6FD502B1B933}"/>
          </ac:spMkLst>
        </pc:spChg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31" creationId="{A5CB3F8C-5B8C-3C6F-EF57-8AF7143BB17F}"/>
          </ac:spMkLst>
        </pc:spChg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32" creationId="{13A5E3B6-E901-8639-0D91-3F6EB8748208}"/>
          </ac:spMkLst>
        </pc:spChg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36" creationId="{FC5E03D7-5C1B-7B93-9197-DB48900970E1}"/>
          </ac:spMkLst>
        </pc:spChg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38" creationId="{0A6061E7-4652-B0B3-6052-01A814DF3E74}"/>
          </ac:spMkLst>
        </pc:spChg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40" creationId="{662B5E5E-797A-7970-BBE1-114789ED041E}"/>
          </ac:spMkLst>
        </pc:spChg>
        <pc:spChg chg="mod ord">
          <ac:chgData name="Lopez, Marcelo (M.)" userId="c4c78f89-c894-43e2-bb97-6ab26c331732" providerId="ADAL" clId="{418D92BD-ACDC-4BB5-8697-CC0596E7F94A}" dt="2026-04-27T05:50:22.533" v="241" actId="206"/>
          <ac:spMkLst>
            <pc:docMk/>
            <pc:sldMk cId="1286556063" sldId="256"/>
            <ac:spMk id="48" creationId="{D480A303-5BEB-84FA-23B0-D468E22AF228}"/>
          </ac:spMkLst>
        </pc:spChg>
        <pc:spChg chg="mod">
          <ac:chgData name="Lopez, Marcelo (M.)" userId="c4c78f89-c894-43e2-bb97-6ab26c331732" providerId="ADAL" clId="{418D92BD-ACDC-4BB5-8697-CC0596E7F94A}" dt="2026-04-27T05:44:49.117" v="62" actId="790"/>
          <ac:spMkLst>
            <pc:docMk/>
            <pc:sldMk cId="1286556063" sldId="256"/>
            <ac:spMk id="1037" creationId="{376B0DA6-E560-2BC5-BE73-2C7B295AC66D}"/>
          </ac:spMkLst>
        </pc:spChg>
        <pc:spChg chg="add mod">
          <ac:chgData name="Lopez, Marcelo (M.)" userId="c4c78f89-c894-43e2-bb97-6ab26c331732" providerId="ADAL" clId="{418D92BD-ACDC-4BB5-8697-CC0596E7F94A}" dt="2026-04-27T05:44:58.027" v="64" actId="1076"/>
          <ac:spMkLst>
            <pc:docMk/>
            <pc:sldMk cId="1286556063" sldId="256"/>
            <ac:spMk id="1062" creationId="{1E0B2A4C-CDB0-FDCE-483C-CC2A0C96FE23}"/>
          </ac:spMkLst>
        </pc:spChg>
        <pc:spChg chg="add mod">
          <ac:chgData name="Lopez, Marcelo (M.)" userId="c4c78f89-c894-43e2-bb97-6ab26c331732" providerId="ADAL" clId="{418D92BD-ACDC-4BB5-8697-CC0596E7F94A}" dt="2026-04-27T05:45:15.023" v="93" actId="20577"/>
          <ac:spMkLst>
            <pc:docMk/>
            <pc:sldMk cId="1286556063" sldId="256"/>
            <ac:spMk id="1063" creationId="{2205A994-18F2-4E62-BE14-397CF230F711}"/>
          </ac:spMkLst>
        </pc:spChg>
        <pc:spChg chg="add mod">
          <ac:chgData name="Lopez, Marcelo (M.)" userId="c4c78f89-c894-43e2-bb97-6ab26c331732" providerId="ADAL" clId="{418D92BD-ACDC-4BB5-8697-CC0596E7F94A}" dt="2026-04-27T05:49:32.885" v="231" actId="1076"/>
          <ac:spMkLst>
            <pc:docMk/>
            <pc:sldMk cId="1286556063" sldId="256"/>
            <ac:spMk id="1064" creationId="{79FE0CE4-7679-FC42-200E-F6BC87A74CAF}"/>
          </ac:spMkLst>
        </pc:spChg>
        <pc:spChg chg="add del">
          <ac:chgData name="Lopez, Marcelo (M.)" userId="c4c78f89-c894-43e2-bb97-6ab26c331732" providerId="ADAL" clId="{418D92BD-ACDC-4BB5-8697-CC0596E7F94A}" dt="2026-04-27T05:46:15.177" v="146" actId="478"/>
          <ac:spMkLst>
            <pc:docMk/>
            <pc:sldMk cId="1286556063" sldId="256"/>
            <ac:spMk id="1069" creationId="{BAECE26D-4EFC-97B1-9BFF-99667394265C}"/>
          </ac:spMkLst>
        </pc:spChg>
        <pc:spChg chg="add mod ord">
          <ac:chgData name="Lopez, Marcelo (M.)" userId="c4c78f89-c894-43e2-bb97-6ab26c331732" providerId="ADAL" clId="{418D92BD-ACDC-4BB5-8697-CC0596E7F94A}" dt="2026-04-27T05:50:43.274" v="245" actId="206"/>
          <ac:spMkLst>
            <pc:docMk/>
            <pc:sldMk cId="1286556063" sldId="256"/>
            <ac:spMk id="1070" creationId="{00C55125-A0E9-7CB4-CCCA-8D424C75AE15}"/>
          </ac:spMkLst>
        </pc:spChg>
        <pc:picChg chg="del">
          <ac:chgData name="Lopez, Marcelo (M.)" userId="c4c78f89-c894-43e2-bb97-6ab26c331732" providerId="ADAL" clId="{418D92BD-ACDC-4BB5-8697-CC0596E7F94A}" dt="2026-04-27T05:44:04.836" v="10" actId="478"/>
          <ac:picMkLst>
            <pc:docMk/>
            <pc:sldMk cId="1286556063" sldId="256"/>
            <ac:picMk id="16" creationId="{0D565ABF-27F8-64E4-5B73-C8638B6150BA}"/>
          </ac:picMkLst>
        </pc:picChg>
        <pc:picChg chg="del">
          <ac:chgData name="Lopez, Marcelo (M.)" userId="c4c78f89-c894-43e2-bb97-6ab26c331732" providerId="ADAL" clId="{418D92BD-ACDC-4BB5-8697-CC0596E7F94A}" dt="2026-04-27T05:43:46.697" v="1" actId="478"/>
          <ac:picMkLst>
            <pc:docMk/>
            <pc:sldMk cId="1286556063" sldId="256"/>
            <ac:picMk id="18" creationId="{786E402D-C4F1-719B-A4EF-AD88A19C7907}"/>
          </ac:picMkLst>
        </pc:picChg>
        <pc:picChg chg="add mod">
          <ac:chgData name="Lopez, Marcelo (M.)" userId="c4c78f89-c894-43e2-bb97-6ab26c331732" providerId="ADAL" clId="{418D92BD-ACDC-4BB5-8697-CC0596E7F94A}" dt="2026-04-27T05:45:38.076" v="140" actId="1076"/>
          <ac:picMkLst>
            <pc:docMk/>
            <pc:sldMk cId="1286556063" sldId="256"/>
            <ac:picMk id="1055" creationId="{8934B4C3-680C-2D4D-C1AC-A4A03401B255}"/>
          </ac:picMkLst>
        </pc:picChg>
        <pc:picChg chg="add mod">
          <ac:chgData name="Lopez, Marcelo (M.)" userId="c4c78f89-c894-43e2-bb97-6ab26c331732" providerId="ADAL" clId="{418D92BD-ACDC-4BB5-8697-CC0596E7F94A}" dt="2026-04-27T05:49:10.785" v="225" actId="1076"/>
          <ac:picMkLst>
            <pc:docMk/>
            <pc:sldMk cId="1286556063" sldId="256"/>
            <ac:picMk id="1057" creationId="{B4F38ADD-5A24-7131-CD81-089C6F7D7500}"/>
          </ac:picMkLst>
        </pc:picChg>
        <pc:picChg chg="add mod">
          <ac:chgData name="Lopez, Marcelo (M.)" userId="c4c78f89-c894-43e2-bb97-6ab26c331732" providerId="ADAL" clId="{418D92BD-ACDC-4BB5-8697-CC0596E7F94A}" dt="2026-04-27T05:49:29.137" v="230" actId="1076"/>
          <ac:picMkLst>
            <pc:docMk/>
            <pc:sldMk cId="1286556063" sldId="256"/>
            <ac:picMk id="1059" creationId="{A4EE3B41-DD46-B4DA-31B5-58D48FF91132}"/>
          </ac:picMkLst>
        </pc:picChg>
        <pc:picChg chg="add mod">
          <ac:chgData name="Lopez, Marcelo (M.)" userId="c4c78f89-c894-43e2-bb97-6ab26c331732" providerId="ADAL" clId="{418D92BD-ACDC-4BB5-8697-CC0596E7F94A}" dt="2026-04-27T05:47:44.716" v="186" actId="1076"/>
          <ac:picMkLst>
            <pc:docMk/>
            <pc:sldMk cId="1286556063" sldId="256"/>
            <ac:picMk id="1061" creationId="{3E60F103-084E-3D60-030E-B0271B32B753}"/>
          </ac:picMkLst>
        </pc:picChg>
        <pc:cxnChg chg="mod">
          <ac:chgData name="Lopez, Marcelo (M.)" userId="c4c78f89-c894-43e2-bb97-6ab26c331732" providerId="ADAL" clId="{418D92BD-ACDC-4BB5-8697-CC0596E7F94A}" dt="2026-04-27T05:45:02.979" v="67" actId="1076"/>
          <ac:cxnSpMkLst>
            <pc:docMk/>
            <pc:sldMk cId="1286556063" sldId="256"/>
            <ac:cxnSpMk id="1033" creationId="{B8A3D0B6-DF64-9B15-37F2-2BA3BE4381C3}"/>
          </ac:cxnSpMkLst>
        </pc:cxnChg>
        <pc:cxnChg chg="add mod">
          <ac:chgData name="Lopez, Marcelo (M.)" userId="c4c78f89-c894-43e2-bb97-6ab26c331732" providerId="ADAL" clId="{418D92BD-ACDC-4BB5-8697-CC0596E7F94A}" dt="2026-04-27T05:50:52.712" v="246" actId="14100"/>
          <ac:cxnSpMkLst>
            <pc:docMk/>
            <pc:sldMk cId="1286556063" sldId="256"/>
            <ac:cxnSpMk id="1065" creationId="{0E7E9036-3ACE-AE88-D4E0-11CB52E92F5B}"/>
          </ac:cxnSpMkLst>
        </pc:cxnChg>
        <pc:cxnChg chg="add mod">
          <ac:chgData name="Lopez, Marcelo (M.)" userId="c4c78f89-c894-43e2-bb97-6ab26c331732" providerId="ADAL" clId="{418D92BD-ACDC-4BB5-8697-CC0596E7F94A}" dt="2026-04-27T05:49:29.137" v="230" actId="1076"/>
          <ac:cxnSpMkLst>
            <pc:docMk/>
            <pc:sldMk cId="1286556063" sldId="256"/>
            <ac:cxnSpMk id="1072" creationId="{2CD1D31E-5ADA-3B8F-1415-68FD4FC2AAFE}"/>
          </ac:cxnSpMkLst>
        </pc:cxnChg>
        <pc:cxnChg chg="add mod">
          <ac:chgData name="Lopez, Marcelo (M.)" userId="c4c78f89-c894-43e2-bb97-6ab26c331732" providerId="ADAL" clId="{418D92BD-ACDC-4BB5-8697-CC0596E7F94A}" dt="2026-04-27T05:49:13.241" v="226" actId="14100"/>
          <ac:cxnSpMkLst>
            <pc:docMk/>
            <pc:sldMk cId="1286556063" sldId="256"/>
            <ac:cxnSpMk id="1077" creationId="{AB3EF05B-A9ED-8FCF-BF67-F7488031D0F9}"/>
          </ac:cxnSpMkLst>
        </pc:cxnChg>
        <pc:cxnChg chg="add mod">
          <ac:chgData name="Lopez, Marcelo (M.)" userId="c4c78f89-c894-43e2-bb97-6ab26c331732" providerId="ADAL" clId="{418D92BD-ACDC-4BB5-8697-CC0596E7F94A}" dt="2026-04-27T05:49:38.294" v="232" actId="14100"/>
          <ac:cxnSpMkLst>
            <pc:docMk/>
            <pc:sldMk cId="1286556063" sldId="256"/>
            <ac:cxnSpMk id="1080" creationId="{96FA52F6-1DC2-7B78-0888-8819F42D4857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64838"/>
            <a:ext cx="13716000" cy="3541607"/>
          </a:xfrm>
        </p:spPr>
        <p:txBody>
          <a:bodyPr anchor="b"/>
          <a:lstStyle>
            <a:lvl1pPr algn="ctr">
              <a:defRPr sz="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343023"/>
            <a:ext cx="13716000" cy="2456047"/>
          </a:xfrm>
        </p:spPr>
        <p:txBody>
          <a:bodyPr/>
          <a:lstStyle>
            <a:lvl1pPr marL="0" indent="0" algn="ctr">
              <a:buNone/>
              <a:defRPr sz="3560"/>
            </a:lvl1pPr>
            <a:lvl2pPr marL="678165" indent="0" algn="ctr">
              <a:buNone/>
              <a:defRPr sz="2967"/>
            </a:lvl2pPr>
            <a:lvl3pPr marL="1356330" indent="0" algn="ctr">
              <a:buNone/>
              <a:defRPr sz="2670"/>
            </a:lvl3pPr>
            <a:lvl4pPr marL="2034494" indent="0" algn="ctr">
              <a:buNone/>
              <a:defRPr sz="2373"/>
            </a:lvl4pPr>
            <a:lvl5pPr marL="2712659" indent="0" algn="ctr">
              <a:buNone/>
              <a:defRPr sz="2373"/>
            </a:lvl5pPr>
            <a:lvl6pPr marL="3390824" indent="0" algn="ctr">
              <a:buNone/>
              <a:defRPr sz="2373"/>
            </a:lvl6pPr>
            <a:lvl7pPr marL="4068989" indent="0" algn="ctr">
              <a:buNone/>
              <a:defRPr sz="2373"/>
            </a:lvl7pPr>
            <a:lvl8pPr marL="4747153" indent="0" algn="ctr">
              <a:buNone/>
              <a:defRPr sz="2373"/>
            </a:lvl8pPr>
            <a:lvl9pPr marL="5425318" indent="0" algn="ctr">
              <a:buNone/>
              <a:defRPr sz="23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7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7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36112"/>
            <a:ext cx="15773400" cy="4231560"/>
          </a:xfrm>
        </p:spPr>
        <p:txBody>
          <a:bodyPr anchor="b"/>
          <a:lstStyle>
            <a:lvl1pPr>
              <a:defRPr sz="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07704"/>
            <a:ext cx="15773400" cy="2225277"/>
          </a:xfrm>
        </p:spPr>
        <p:txBody>
          <a:bodyPr/>
          <a:lstStyle>
            <a:lvl1pPr marL="0" indent="0">
              <a:buNone/>
              <a:defRPr sz="3560">
                <a:solidFill>
                  <a:schemeClr val="tx1">
                    <a:tint val="82000"/>
                  </a:schemeClr>
                </a:solidFill>
              </a:defRPr>
            </a:lvl1pPr>
            <a:lvl2pPr marL="678165" indent="0">
              <a:buNone/>
              <a:defRPr sz="2967">
                <a:solidFill>
                  <a:schemeClr val="tx1">
                    <a:tint val="82000"/>
                  </a:schemeClr>
                </a:solidFill>
              </a:defRPr>
            </a:lvl2pPr>
            <a:lvl3pPr marL="1356330" indent="0">
              <a:buNone/>
              <a:defRPr sz="2670">
                <a:solidFill>
                  <a:schemeClr val="tx1">
                    <a:tint val="82000"/>
                  </a:schemeClr>
                </a:solidFill>
              </a:defRPr>
            </a:lvl3pPr>
            <a:lvl4pPr marL="2034494" indent="0">
              <a:buNone/>
              <a:defRPr sz="2373">
                <a:solidFill>
                  <a:schemeClr val="tx1">
                    <a:tint val="82000"/>
                  </a:schemeClr>
                </a:solidFill>
              </a:defRPr>
            </a:lvl4pPr>
            <a:lvl5pPr marL="2712659" indent="0">
              <a:buNone/>
              <a:defRPr sz="2373">
                <a:solidFill>
                  <a:schemeClr val="tx1">
                    <a:tint val="82000"/>
                  </a:schemeClr>
                </a:solidFill>
              </a:defRPr>
            </a:lvl5pPr>
            <a:lvl6pPr marL="3390824" indent="0">
              <a:buNone/>
              <a:defRPr sz="2373">
                <a:solidFill>
                  <a:schemeClr val="tx1">
                    <a:tint val="82000"/>
                  </a:schemeClr>
                </a:solidFill>
              </a:defRPr>
            </a:lvl6pPr>
            <a:lvl7pPr marL="4068989" indent="0">
              <a:buNone/>
              <a:defRPr sz="2373">
                <a:solidFill>
                  <a:schemeClr val="tx1">
                    <a:tint val="82000"/>
                  </a:schemeClr>
                </a:solidFill>
              </a:defRPr>
            </a:lvl7pPr>
            <a:lvl8pPr marL="4747153" indent="0">
              <a:buNone/>
              <a:defRPr sz="2373">
                <a:solidFill>
                  <a:schemeClr val="tx1">
                    <a:tint val="82000"/>
                  </a:schemeClr>
                </a:solidFill>
              </a:defRPr>
            </a:lvl8pPr>
            <a:lvl9pPr marL="5425318" indent="0">
              <a:buNone/>
              <a:defRPr sz="23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5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08010"/>
            <a:ext cx="7772400" cy="6454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08010"/>
            <a:ext cx="7772400" cy="6454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3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1603"/>
            <a:ext cx="15773400" cy="1966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493725"/>
            <a:ext cx="7736681" cy="1222136"/>
          </a:xfrm>
        </p:spPr>
        <p:txBody>
          <a:bodyPr anchor="b"/>
          <a:lstStyle>
            <a:lvl1pPr marL="0" indent="0">
              <a:buNone/>
              <a:defRPr sz="3560" b="1"/>
            </a:lvl1pPr>
            <a:lvl2pPr marL="678165" indent="0">
              <a:buNone/>
              <a:defRPr sz="2967" b="1"/>
            </a:lvl2pPr>
            <a:lvl3pPr marL="1356330" indent="0">
              <a:buNone/>
              <a:defRPr sz="2670" b="1"/>
            </a:lvl3pPr>
            <a:lvl4pPr marL="2034494" indent="0">
              <a:buNone/>
              <a:defRPr sz="2373" b="1"/>
            </a:lvl4pPr>
            <a:lvl5pPr marL="2712659" indent="0">
              <a:buNone/>
              <a:defRPr sz="2373" b="1"/>
            </a:lvl5pPr>
            <a:lvl6pPr marL="3390824" indent="0">
              <a:buNone/>
              <a:defRPr sz="2373" b="1"/>
            </a:lvl6pPr>
            <a:lvl7pPr marL="4068989" indent="0">
              <a:buNone/>
              <a:defRPr sz="2373" b="1"/>
            </a:lvl7pPr>
            <a:lvl8pPr marL="4747153" indent="0">
              <a:buNone/>
              <a:defRPr sz="2373" b="1"/>
            </a:lvl8pPr>
            <a:lvl9pPr marL="5425318" indent="0">
              <a:buNone/>
              <a:defRPr sz="23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15861"/>
            <a:ext cx="7736681" cy="5465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493725"/>
            <a:ext cx="7774782" cy="1222136"/>
          </a:xfrm>
        </p:spPr>
        <p:txBody>
          <a:bodyPr anchor="b"/>
          <a:lstStyle>
            <a:lvl1pPr marL="0" indent="0">
              <a:buNone/>
              <a:defRPr sz="3560" b="1"/>
            </a:lvl1pPr>
            <a:lvl2pPr marL="678165" indent="0">
              <a:buNone/>
              <a:defRPr sz="2967" b="1"/>
            </a:lvl2pPr>
            <a:lvl3pPr marL="1356330" indent="0">
              <a:buNone/>
              <a:defRPr sz="2670" b="1"/>
            </a:lvl3pPr>
            <a:lvl4pPr marL="2034494" indent="0">
              <a:buNone/>
              <a:defRPr sz="2373" b="1"/>
            </a:lvl4pPr>
            <a:lvl5pPr marL="2712659" indent="0">
              <a:buNone/>
              <a:defRPr sz="2373" b="1"/>
            </a:lvl5pPr>
            <a:lvl6pPr marL="3390824" indent="0">
              <a:buNone/>
              <a:defRPr sz="2373" b="1"/>
            </a:lvl6pPr>
            <a:lvl7pPr marL="4068989" indent="0">
              <a:buNone/>
              <a:defRPr sz="2373" b="1"/>
            </a:lvl7pPr>
            <a:lvl8pPr marL="4747153" indent="0">
              <a:buNone/>
              <a:defRPr sz="2373" b="1"/>
            </a:lvl8pPr>
            <a:lvl9pPr marL="5425318" indent="0">
              <a:buNone/>
              <a:defRPr sz="23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15861"/>
            <a:ext cx="7774782" cy="5465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478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66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7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78180"/>
            <a:ext cx="5898356" cy="2373630"/>
          </a:xfrm>
        </p:spPr>
        <p:txBody>
          <a:bodyPr anchor="b"/>
          <a:lstStyle>
            <a:lvl1pPr>
              <a:defRPr sz="47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64681"/>
            <a:ext cx="9258300" cy="7229210"/>
          </a:xfrm>
        </p:spPr>
        <p:txBody>
          <a:bodyPr/>
          <a:lstStyle>
            <a:lvl1pPr>
              <a:defRPr sz="4747"/>
            </a:lvl1pPr>
            <a:lvl2pPr>
              <a:defRPr sz="4153"/>
            </a:lvl2pPr>
            <a:lvl3pPr>
              <a:defRPr sz="3560"/>
            </a:lvl3pPr>
            <a:lvl4pPr>
              <a:defRPr sz="2967"/>
            </a:lvl4pPr>
            <a:lvl5pPr>
              <a:defRPr sz="2967"/>
            </a:lvl5pPr>
            <a:lvl6pPr>
              <a:defRPr sz="2967"/>
            </a:lvl6pPr>
            <a:lvl7pPr>
              <a:defRPr sz="2967"/>
            </a:lvl7pPr>
            <a:lvl8pPr>
              <a:defRPr sz="2967"/>
            </a:lvl8pPr>
            <a:lvl9pPr>
              <a:defRPr sz="29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51810"/>
            <a:ext cx="5898356" cy="5653856"/>
          </a:xfrm>
        </p:spPr>
        <p:txBody>
          <a:bodyPr/>
          <a:lstStyle>
            <a:lvl1pPr marL="0" indent="0">
              <a:buNone/>
              <a:defRPr sz="2373"/>
            </a:lvl1pPr>
            <a:lvl2pPr marL="678165" indent="0">
              <a:buNone/>
              <a:defRPr sz="2077"/>
            </a:lvl2pPr>
            <a:lvl3pPr marL="1356330" indent="0">
              <a:buNone/>
              <a:defRPr sz="1780"/>
            </a:lvl3pPr>
            <a:lvl4pPr marL="2034494" indent="0">
              <a:buNone/>
              <a:defRPr sz="1483"/>
            </a:lvl4pPr>
            <a:lvl5pPr marL="2712659" indent="0">
              <a:buNone/>
              <a:defRPr sz="1483"/>
            </a:lvl5pPr>
            <a:lvl6pPr marL="3390824" indent="0">
              <a:buNone/>
              <a:defRPr sz="1483"/>
            </a:lvl6pPr>
            <a:lvl7pPr marL="4068989" indent="0">
              <a:buNone/>
              <a:defRPr sz="1483"/>
            </a:lvl7pPr>
            <a:lvl8pPr marL="4747153" indent="0">
              <a:buNone/>
              <a:defRPr sz="1483"/>
            </a:lvl8pPr>
            <a:lvl9pPr marL="5425318" indent="0">
              <a:buNone/>
              <a:defRPr sz="14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90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78180"/>
            <a:ext cx="5898356" cy="2373630"/>
          </a:xfrm>
        </p:spPr>
        <p:txBody>
          <a:bodyPr anchor="b"/>
          <a:lstStyle>
            <a:lvl1pPr>
              <a:defRPr sz="47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64681"/>
            <a:ext cx="9258300" cy="7229210"/>
          </a:xfrm>
        </p:spPr>
        <p:txBody>
          <a:bodyPr anchor="t"/>
          <a:lstStyle>
            <a:lvl1pPr marL="0" indent="0">
              <a:buNone/>
              <a:defRPr sz="4747"/>
            </a:lvl1pPr>
            <a:lvl2pPr marL="678165" indent="0">
              <a:buNone/>
              <a:defRPr sz="4153"/>
            </a:lvl2pPr>
            <a:lvl3pPr marL="1356330" indent="0">
              <a:buNone/>
              <a:defRPr sz="3560"/>
            </a:lvl3pPr>
            <a:lvl4pPr marL="2034494" indent="0">
              <a:buNone/>
              <a:defRPr sz="2967"/>
            </a:lvl4pPr>
            <a:lvl5pPr marL="2712659" indent="0">
              <a:buNone/>
              <a:defRPr sz="2967"/>
            </a:lvl5pPr>
            <a:lvl6pPr marL="3390824" indent="0">
              <a:buNone/>
              <a:defRPr sz="2967"/>
            </a:lvl6pPr>
            <a:lvl7pPr marL="4068989" indent="0">
              <a:buNone/>
              <a:defRPr sz="2967"/>
            </a:lvl7pPr>
            <a:lvl8pPr marL="4747153" indent="0">
              <a:buNone/>
              <a:defRPr sz="2967"/>
            </a:lvl8pPr>
            <a:lvl9pPr marL="5425318" indent="0">
              <a:buNone/>
              <a:defRPr sz="29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51810"/>
            <a:ext cx="5898356" cy="5653856"/>
          </a:xfrm>
        </p:spPr>
        <p:txBody>
          <a:bodyPr/>
          <a:lstStyle>
            <a:lvl1pPr marL="0" indent="0">
              <a:buNone/>
              <a:defRPr sz="2373"/>
            </a:lvl1pPr>
            <a:lvl2pPr marL="678165" indent="0">
              <a:buNone/>
              <a:defRPr sz="2077"/>
            </a:lvl2pPr>
            <a:lvl3pPr marL="1356330" indent="0">
              <a:buNone/>
              <a:defRPr sz="1780"/>
            </a:lvl3pPr>
            <a:lvl4pPr marL="2034494" indent="0">
              <a:buNone/>
              <a:defRPr sz="1483"/>
            </a:lvl4pPr>
            <a:lvl5pPr marL="2712659" indent="0">
              <a:buNone/>
              <a:defRPr sz="1483"/>
            </a:lvl5pPr>
            <a:lvl6pPr marL="3390824" indent="0">
              <a:buNone/>
              <a:defRPr sz="1483"/>
            </a:lvl6pPr>
            <a:lvl7pPr marL="4068989" indent="0">
              <a:buNone/>
              <a:defRPr sz="1483"/>
            </a:lvl7pPr>
            <a:lvl8pPr marL="4747153" indent="0">
              <a:buNone/>
              <a:defRPr sz="1483"/>
            </a:lvl8pPr>
            <a:lvl9pPr marL="5425318" indent="0">
              <a:buNone/>
              <a:defRPr sz="14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7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0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1602"/>
            <a:ext cx="3943350" cy="86208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1602"/>
            <a:ext cx="11601450" cy="86208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4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1603"/>
            <a:ext cx="15773400" cy="1966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08010"/>
            <a:ext cx="15773400" cy="6454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428587"/>
            <a:ext cx="4114800" cy="541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D59C3-512C-4C46-9B7C-7BC7B9EC8AA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428587"/>
            <a:ext cx="6172200" cy="541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428587"/>
            <a:ext cx="4114800" cy="541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5ECCB-F29A-483F-ACC2-8209E45E9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5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6330" rtl="0" eaLnBrk="1" latinLnBrk="0" hangingPunct="1">
        <a:lnSpc>
          <a:spcPct val="90000"/>
        </a:lnSpc>
        <a:spcBef>
          <a:spcPct val="0"/>
        </a:spcBef>
        <a:buNone/>
        <a:defRPr sz="65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9082" indent="-339082" algn="l" defTabSz="1356330" rtl="0" eaLnBrk="1" latinLnBrk="0" hangingPunct="1">
        <a:lnSpc>
          <a:spcPct val="90000"/>
        </a:lnSpc>
        <a:spcBef>
          <a:spcPts val="1483"/>
        </a:spcBef>
        <a:buFont typeface="Arial" panose="020B0604020202020204" pitchFamily="34" charset="0"/>
        <a:buChar char="•"/>
        <a:defRPr sz="4153" kern="1200">
          <a:solidFill>
            <a:schemeClr val="tx1"/>
          </a:solidFill>
          <a:latin typeface="+mn-lt"/>
          <a:ea typeface="+mn-ea"/>
          <a:cs typeface="+mn-cs"/>
        </a:defRPr>
      </a:lvl1pPr>
      <a:lvl2pPr marL="1017247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3560" kern="1200">
          <a:solidFill>
            <a:schemeClr val="tx1"/>
          </a:solidFill>
          <a:latin typeface="+mn-lt"/>
          <a:ea typeface="+mn-ea"/>
          <a:cs typeface="+mn-cs"/>
        </a:defRPr>
      </a:lvl2pPr>
      <a:lvl3pPr marL="1695412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967" kern="1200">
          <a:solidFill>
            <a:schemeClr val="tx1"/>
          </a:solidFill>
          <a:latin typeface="+mn-lt"/>
          <a:ea typeface="+mn-ea"/>
          <a:cs typeface="+mn-cs"/>
        </a:defRPr>
      </a:lvl3pPr>
      <a:lvl4pPr marL="2373577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4pPr>
      <a:lvl5pPr marL="3051741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5pPr>
      <a:lvl6pPr marL="3729906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6pPr>
      <a:lvl7pPr marL="4408071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7pPr>
      <a:lvl8pPr marL="5086236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8pPr>
      <a:lvl9pPr marL="5764400" indent="-339082" algn="l" defTabSz="1356330" rtl="0" eaLnBrk="1" latinLnBrk="0" hangingPunct="1">
        <a:lnSpc>
          <a:spcPct val="90000"/>
        </a:lnSpc>
        <a:spcBef>
          <a:spcPts val="742"/>
        </a:spcBef>
        <a:buFont typeface="Arial" panose="020B0604020202020204" pitchFamily="34" charset="0"/>
        <a:buChar char="•"/>
        <a:defRPr sz="2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1pPr>
      <a:lvl2pPr marL="678165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2pPr>
      <a:lvl3pPr marL="1356330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3pPr>
      <a:lvl4pPr marL="2034494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4pPr>
      <a:lvl5pPr marL="2712659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5pPr>
      <a:lvl6pPr marL="3390824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6pPr>
      <a:lvl7pPr marL="4068989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7pPr>
      <a:lvl8pPr marL="4747153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8pPr>
      <a:lvl9pPr marL="5425318" algn="l" defTabSz="1356330" rtl="0" eaLnBrk="1" latinLnBrk="0" hangingPunct="1">
        <a:defRPr sz="26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80">
          <a:fgClr>
            <a:schemeClr val="bg1">
              <a:lumMod val="85000"/>
            </a:schemeClr>
          </a:fgClr>
          <a:bgClr>
            <a:schemeClr val="bg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480A303-5BEB-84FA-23B0-D468E22AF228}"/>
              </a:ext>
            </a:extLst>
          </p:cNvPr>
          <p:cNvSpPr/>
          <p:nvPr/>
        </p:nvSpPr>
        <p:spPr>
          <a:xfrm>
            <a:off x="3200729" y="168069"/>
            <a:ext cx="15031672" cy="9757661"/>
          </a:xfrm>
          <a:custGeom>
            <a:avLst/>
            <a:gdLst>
              <a:gd name="csX0" fmla="*/ 1483112 w 14886878"/>
              <a:gd name="csY0" fmla="*/ 4616604 h 9723863"/>
              <a:gd name="csX1" fmla="*/ 1037063 w 14886878"/>
              <a:gd name="csY1" fmla="*/ 5319131 h 9723863"/>
              <a:gd name="csX2" fmla="*/ 1382751 w 14886878"/>
              <a:gd name="csY2" fmla="*/ 5609063 h 9723863"/>
              <a:gd name="csX3" fmla="*/ 1271239 w 14886878"/>
              <a:gd name="csY3" fmla="*/ 6779941 h 9723863"/>
              <a:gd name="csX4" fmla="*/ 1449659 w 14886878"/>
              <a:gd name="csY4" fmla="*/ 8653346 h 9723863"/>
              <a:gd name="csX5" fmla="*/ 1115122 w 14886878"/>
              <a:gd name="csY5" fmla="*/ 9489687 h 9723863"/>
              <a:gd name="csX6" fmla="*/ 2943922 w 14886878"/>
              <a:gd name="csY6" fmla="*/ 9210907 h 9723863"/>
              <a:gd name="csX7" fmla="*/ 6322741 w 14886878"/>
              <a:gd name="csY7" fmla="*/ 9723863 h 9723863"/>
              <a:gd name="csX8" fmla="*/ 9300117 w 14886878"/>
              <a:gd name="csY8" fmla="*/ 8653346 h 9723863"/>
              <a:gd name="csX9" fmla="*/ 10125307 w 14886878"/>
              <a:gd name="csY9" fmla="*/ 6066263 h 9723863"/>
              <a:gd name="csX10" fmla="*/ 14440829 w 14886878"/>
              <a:gd name="csY10" fmla="*/ 6066263 h 9723863"/>
              <a:gd name="csX11" fmla="*/ 14886878 w 14886878"/>
              <a:gd name="csY11" fmla="*/ 2430965 h 9723863"/>
              <a:gd name="csX12" fmla="*/ 13470673 w 14886878"/>
              <a:gd name="csY12" fmla="*/ 613317 h 9723863"/>
              <a:gd name="csX13" fmla="*/ 13504127 w 14886878"/>
              <a:gd name="csY13" fmla="*/ 0 h 9723863"/>
              <a:gd name="csX14" fmla="*/ 9021337 w 14886878"/>
              <a:gd name="csY14" fmla="*/ 200722 h 9723863"/>
              <a:gd name="csX15" fmla="*/ 9311268 w 14886878"/>
              <a:gd name="csY15" fmla="*/ 1081668 h 9723863"/>
              <a:gd name="csX16" fmla="*/ 9300117 w 14886878"/>
              <a:gd name="csY16" fmla="*/ 1182029 h 9723863"/>
              <a:gd name="csX17" fmla="*/ 2386361 w 14886878"/>
              <a:gd name="csY17" fmla="*/ 111512 h 9723863"/>
              <a:gd name="csX18" fmla="*/ 1048215 w 14886878"/>
              <a:gd name="csY18" fmla="*/ 880946 h 9723863"/>
              <a:gd name="csX19" fmla="*/ 1873405 w 14886878"/>
              <a:gd name="csY19" fmla="*/ 1248936 h 9723863"/>
              <a:gd name="csX20" fmla="*/ 0 w 14886878"/>
              <a:gd name="csY20" fmla="*/ 2375209 h 9723863"/>
              <a:gd name="csX21" fmla="*/ 1639229 w 14886878"/>
              <a:gd name="csY21" fmla="*/ 3679902 h 9723863"/>
              <a:gd name="csX22" fmla="*/ 1761893 w 14886878"/>
              <a:gd name="csY22" fmla="*/ 3679902 h 9723863"/>
              <a:gd name="csX23" fmla="*/ 1483112 w 14886878"/>
              <a:gd name="csY23" fmla="*/ 4616604 h 9723863"/>
              <a:gd name="csX0" fmla="*/ 1483112 w 14886878"/>
              <a:gd name="csY0" fmla="*/ 4616604 h 9723863"/>
              <a:gd name="csX1" fmla="*/ 1037063 w 14886878"/>
              <a:gd name="csY1" fmla="*/ 5319131 h 9723863"/>
              <a:gd name="csX2" fmla="*/ 1382751 w 14886878"/>
              <a:gd name="csY2" fmla="*/ 5609063 h 9723863"/>
              <a:gd name="csX3" fmla="*/ 1271239 w 14886878"/>
              <a:gd name="csY3" fmla="*/ 6779941 h 9723863"/>
              <a:gd name="csX4" fmla="*/ 1449659 w 14886878"/>
              <a:gd name="csY4" fmla="*/ 8653346 h 9723863"/>
              <a:gd name="csX5" fmla="*/ 1115122 w 14886878"/>
              <a:gd name="csY5" fmla="*/ 9489687 h 9723863"/>
              <a:gd name="csX6" fmla="*/ 2943922 w 14886878"/>
              <a:gd name="csY6" fmla="*/ 9210907 h 9723863"/>
              <a:gd name="csX7" fmla="*/ 6322741 w 14886878"/>
              <a:gd name="csY7" fmla="*/ 9723863 h 9723863"/>
              <a:gd name="csX8" fmla="*/ 9300117 w 14886878"/>
              <a:gd name="csY8" fmla="*/ 8653346 h 9723863"/>
              <a:gd name="csX9" fmla="*/ 10125307 w 14886878"/>
              <a:gd name="csY9" fmla="*/ 6066263 h 9723863"/>
              <a:gd name="csX10" fmla="*/ 14440829 w 14886878"/>
              <a:gd name="csY10" fmla="*/ 6066263 h 9723863"/>
              <a:gd name="csX11" fmla="*/ 14886878 w 14886878"/>
              <a:gd name="csY11" fmla="*/ 2430965 h 9723863"/>
              <a:gd name="csX12" fmla="*/ 13470673 w 14886878"/>
              <a:gd name="csY12" fmla="*/ 613317 h 9723863"/>
              <a:gd name="csX13" fmla="*/ 13504127 w 14886878"/>
              <a:gd name="csY13" fmla="*/ 0 h 9723863"/>
              <a:gd name="csX14" fmla="*/ 9021337 w 14886878"/>
              <a:gd name="csY14" fmla="*/ 200722 h 9723863"/>
              <a:gd name="csX15" fmla="*/ 9311268 w 14886878"/>
              <a:gd name="csY15" fmla="*/ 1081668 h 9723863"/>
              <a:gd name="csX16" fmla="*/ 7232166 w 14886878"/>
              <a:gd name="csY16" fmla="*/ 478645 h 9723863"/>
              <a:gd name="csX17" fmla="*/ 2386361 w 14886878"/>
              <a:gd name="csY17" fmla="*/ 111512 h 9723863"/>
              <a:gd name="csX18" fmla="*/ 1048215 w 14886878"/>
              <a:gd name="csY18" fmla="*/ 880946 h 9723863"/>
              <a:gd name="csX19" fmla="*/ 1873405 w 14886878"/>
              <a:gd name="csY19" fmla="*/ 1248936 h 9723863"/>
              <a:gd name="csX20" fmla="*/ 0 w 14886878"/>
              <a:gd name="csY20" fmla="*/ 2375209 h 9723863"/>
              <a:gd name="csX21" fmla="*/ 1639229 w 14886878"/>
              <a:gd name="csY21" fmla="*/ 3679902 h 9723863"/>
              <a:gd name="csX22" fmla="*/ 1761893 w 14886878"/>
              <a:gd name="csY22" fmla="*/ 3679902 h 9723863"/>
              <a:gd name="csX23" fmla="*/ 1483112 w 14886878"/>
              <a:gd name="csY23" fmla="*/ 4616604 h 9723863"/>
              <a:gd name="csX0" fmla="*/ 1483112 w 14886878"/>
              <a:gd name="csY0" fmla="*/ 4616604 h 9723863"/>
              <a:gd name="csX1" fmla="*/ 1037063 w 14886878"/>
              <a:gd name="csY1" fmla="*/ 5319131 h 9723863"/>
              <a:gd name="csX2" fmla="*/ 1382751 w 14886878"/>
              <a:gd name="csY2" fmla="*/ 5609063 h 9723863"/>
              <a:gd name="csX3" fmla="*/ 1271239 w 14886878"/>
              <a:gd name="csY3" fmla="*/ 6779941 h 9723863"/>
              <a:gd name="csX4" fmla="*/ 1449659 w 14886878"/>
              <a:gd name="csY4" fmla="*/ 8653346 h 9723863"/>
              <a:gd name="csX5" fmla="*/ 1115122 w 14886878"/>
              <a:gd name="csY5" fmla="*/ 9489687 h 9723863"/>
              <a:gd name="csX6" fmla="*/ 2943922 w 14886878"/>
              <a:gd name="csY6" fmla="*/ 9210907 h 9723863"/>
              <a:gd name="csX7" fmla="*/ 6322741 w 14886878"/>
              <a:gd name="csY7" fmla="*/ 9723863 h 9723863"/>
              <a:gd name="csX8" fmla="*/ 9300117 w 14886878"/>
              <a:gd name="csY8" fmla="*/ 8653346 h 9723863"/>
              <a:gd name="csX9" fmla="*/ 10125307 w 14886878"/>
              <a:gd name="csY9" fmla="*/ 6066263 h 9723863"/>
              <a:gd name="csX10" fmla="*/ 14440829 w 14886878"/>
              <a:gd name="csY10" fmla="*/ 6066263 h 9723863"/>
              <a:gd name="csX11" fmla="*/ 14886878 w 14886878"/>
              <a:gd name="csY11" fmla="*/ 2430965 h 9723863"/>
              <a:gd name="csX12" fmla="*/ 13470673 w 14886878"/>
              <a:gd name="csY12" fmla="*/ 613317 h 9723863"/>
              <a:gd name="csX13" fmla="*/ 13504127 w 14886878"/>
              <a:gd name="csY13" fmla="*/ 0 h 9723863"/>
              <a:gd name="csX14" fmla="*/ 9021337 w 14886878"/>
              <a:gd name="csY14" fmla="*/ 200722 h 9723863"/>
              <a:gd name="csX15" fmla="*/ 8354665 w 14886878"/>
              <a:gd name="csY15" fmla="*/ 631502 h 9723863"/>
              <a:gd name="csX16" fmla="*/ 7232166 w 14886878"/>
              <a:gd name="csY16" fmla="*/ 478645 h 9723863"/>
              <a:gd name="csX17" fmla="*/ 2386361 w 14886878"/>
              <a:gd name="csY17" fmla="*/ 111512 h 9723863"/>
              <a:gd name="csX18" fmla="*/ 1048215 w 14886878"/>
              <a:gd name="csY18" fmla="*/ 880946 h 9723863"/>
              <a:gd name="csX19" fmla="*/ 1873405 w 14886878"/>
              <a:gd name="csY19" fmla="*/ 1248936 h 9723863"/>
              <a:gd name="csX20" fmla="*/ 0 w 14886878"/>
              <a:gd name="csY20" fmla="*/ 2375209 h 9723863"/>
              <a:gd name="csX21" fmla="*/ 1639229 w 14886878"/>
              <a:gd name="csY21" fmla="*/ 3679902 h 9723863"/>
              <a:gd name="csX22" fmla="*/ 1761893 w 14886878"/>
              <a:gd name="csY22" fmla="*/ 3679902 h 9723863"/>
              <a:gd name="csX23" fmla="*/ 1483112 w 14886878"/>
              <a:gd name="csY23" fmla="*/ 4616604 h 9723863"/>
              <a:gd name="csX0" fmla="*/ 1483112 w 14933713"/>
              <a:gd name="csY0" fmla="*/ 4622266 h 9729525"/>
              <a:gd name="csX1" fmla="*/ 1037063 w 14933713"/>
              <a:gd name="csY1" fmla="*/ 5324793 h 9729525"/>
              <a:gd name="csX2" fmla="*/ 1382751 w 14933713"/>
              <a:gd name="csY2" fmla="*/ 5614725 h 9729525"/>
              <a:gd name="csX3" fmla="*/ 1271239 w 14933713"/>
              <a:gd name="csY3" fmla="*/ 6785603 h 9729525"/>
              <a:gd name="csX4" fmla="*/ 1449659 w 14933713"/>
              <a:gd name="csY4" fmla="*/ 8659008 h 9729525"/>
              <a:gd name="csX5" fmla="*/ 1115122 w 14933713"/>
              <a:gd name="csY5" fmla="*/ 9495349 h 9729525"/>
              <a:gd name="csX6" fmla="*/ 2943922 w 14933713"/>
              <a:gd name="csY6" fmla="*/ 9216569 h 9729525"/>
              <a:gd name="csX7" fmla="*/ 6322741 w 14933713"/>
              <a:gd name="csY7" fmla="*/ 9729525 h 9729525"/>
              <a:gd name="csX8" fmla="*/ 9300117 w 14933713"/>
              <a:gd name="csY8" fmla="*/ 8659008 h 9729525"/>
              <a:gd name="csX9" fmla="*/ 10125307 w 14933713"/>
              <a:gd name="csY9" fmla="*/ 6071925 h 9729525"/>
              <a:gd name="csX10" fmla="*/ 14440829 w 14933713"/>
              <a:gd name="csY10" fmla="*/ 6071925 h 9729525"/>
              <a:gd name="csX11" fmla="*/ 14886878 w 14933713"/>
              <a:gd name="csY11" fmla="*/ 2436627 h 9729525"/>
              <a:gd name="csX12" fmla="*/ 14933713 w 14933713"/>
              <a:gd name="csY12" fmla="*/ 0 h 9729525"/>
              <a:gd name="csX13" fmla="*/ 13504127 w 14933713"/>
              <a:gd name="csY13" fmla="*/ 5662 h 9729525"/>
              <a:gd name="csX14" fmla="*/ 9021337 w 14933713"/>
              <a:gd name="csY14" fmla="*/ 206384 h 9729525"/>
              <a:gd name="csX15" fmla="*/ 8354665 w 14933713"/>
              <a:gd name="csY15" fmla="*/ 637164 h 9729525"/>
              <a:gd name="csX16" fmla="*/ 7232166 w 14933713"/>
              <a:gd name="csY16" fmla="*/ 484307 h 9729525"/>
              <a:gd name="csX17" fmla="*/ 2386361 w 14933713"/>
              <a:gd name="csY17" fmla="*/ 117174 h 9729525"/>
              <a:gd name="csX18" fmla="*/ 1048215 w 14933713"/>
              <a:gd name="csY18" fmla="*/ 886608 h 9729525"/>
              <a:gd name="csX19" fmla="*/ 1873405 w 14933713"/>
              <a:gd name="csY19" fmla="*/ 1254598 h 9729525"/>
              <a:gd name="csX20" fmla="*/ 0 w 14933713"/>
              <a:gd name="csY20" fmla="*/ 2380871 h 9729525"/>
              <a:gd name="csX21" fmla="*/ 1639229 w 14933713"/>
              <a:gd name="csY21" fmla="*/ 3685564 h 9729525"/>
              <a:gd name="csX22" fmla="*/ 1761893 w 14933713"/>
              <a:gd name="csY22" fmla="*/ 3685564 h 9729525"/>
              <a:gd name="csX23" fmla="*/ 1483112 w 14933713"/>
              <a:gd name="csY23" fmla="*/ 4622266 h 9729525"/>
              <a:gd name="csX0" fmla="*/ 1483112 w 15031672"/>
              <a:gd name="csY0" fmla="*/ 4622266 h 9729525"/>
              <a:gd name="csX1" fmla="*/ 1037063 w 15031672"/>
              <a:gd name="csY1" fmla="*/ 5324793 h 9729525"/>
              <a:gd name="csX2" fmla="*/ 1382751 w 15031672"/>
              <a:gd name="csY2" fmla="*/ 5614725 h 9729525"/>
              <a:gd name="csX3" fmla="*/ 1271239 w 15031672"/>
              <a:gd name="csY3" fmla="*/ 6785603 h 9729525"/>
              <a:gd name="csX4" fmla="*/ 1449659 w 15031672"/>
              <a:gd name="csY4" fmla="*/ 8659008 h 9729525"/>
              <a:gd name="csX5" fmla="*/ 1115122 w 15031672"/>
              <a:gd name="csY5" fmla="*/ 9495349 h 9729525"/>
              <a:gd name="csX6" fmla="*/ 2943922 w 15031672"/>
              <a:gd name="csY6" fmla="*/ 9216569 h 9729525"/>
              <a:gd name="csX7" fmla="*/ 6322741 w 15031672"/>
              <a:gd name="csY7" fmla="*/ 9729525 h 9729525"/>
              <a:gd name="csX8" fmla="*/ 9300117 w 15031672"/>
              <a:gd name="csY8" fmla="*/ 8659008 h 9729525"/>
              <a:gd name="csX9" fmla="*/ 10125307 w 15031672"/>
              <a:gd name="csY9" fmla="*/ 6071925 h 9729525"/>
              <a:gd name="csX10" fmla="*/ 15031672 w 15031672"/>
              <a:gd name="csY10" fmla="*/ 6648701 h 9729525"/>
              <a:gd name="csX11" fmla="*/ 14886878 w 15031672"/>
              <a:gd name="csY11" fmla="*/ 2436627 h 9729525"/>
              <a:gd name="csX12" fmla="*/ 14933713 w 15031672"/>
              <a:gd name="csY12" fmla="*/ 0 h 9729525"/>
              <a:gd name="csX13" fmla="*/ 13504127 w 15031672"/>
              <a:gd name="csY13" fmla="*/ 5662 h 9729525"/>
              <a:gd name="csX14" fmla="*/ 9021337 w 15031672"/>
              <a:gd name="csY14" fmla="*/ 206384 h 9729525"/>
              <a:gd name="csX15" fmla="*/ 8354665 w 15031672"/>
              <a:gd name="csY15" fmla="*/ 637164 h 9729525"/>
              <a:gd name="csX16" fmla="*/ 7232166 w 15031672"/>
              <a:gd name="csY16" fmla="*/ 484307 h 9729525"/>
              <a:gd name="csX17" fmla="*/ 2386361 w 15031672"/>
              <a:gd name="csY17" fmla="*/ 117174 h 9729525"/>
              <a:gd name="csX18" fmla="*/ 1048215 w 15031672"/>
              <a:gd name="csY18" fmla="*/ 886608 h 9729525"/>
              <a:gd name="csX19" fmla="*/ 1873405 w 15031672"/>
              <a:gd name="csY19" fmla="*/ 1254598 h 9729525"/>
              <a:gd name="csX20" fmla="*/ 0 w 15031672"/>
              <a:gd name="csY20" fmla="*/ 2380871 h 9729525"/>
              <a:gd name="csX21" fmla="*/ 1639229 w 15031672"/>
              <a:gd name="csY21" fmla="*/ 3685564 h 9729525"/>
              <a:gd name="csX22" fmla="*/ 1761893 w 15031672"/>
              <a:gd name="csY22" fmla="*/ 3685564 h 9729525"/>
              <a:gd name="csX23" fmla="*/ 1483112 w 15031672"/>
              <a:gd name="csY23" fmla="*/ 4622266 h 9729525"/>
              <a:gd name="csX0" fmla="*/ 1483112 w 15031672"/>
              <a:gd name="csY0" fmla="*/ 4622266 h 9729525"/>
              <a:gd name="csX1" fmla="*/ 1037063 w 15031672"/>
              <a:gd name="csY1" fmla="*/ 5324793 h 9729525"/>
              <a:gd name="csX2" fmla="*/ 1382751 w 15031672"/>
              <a:gd name="csY2" fmla="*/ 5614725 h 9729525"/>
              <a:gd name="csX3" fmla="*/ 1271239 w 15031672"/>
              <a:gd name="csY3" fmla="*/ 6785603 h 9729525"/>
              <a:gd name="csX4" fmla="*/ 1449659 w 15031672"/>
              <a:gd name="csY4" fmla="*/ 8659008 h 9729525"/>
              <a:gd name="csX5" fmla="*/ 1115122 w 15031672"/>
              <a:gd name="csY5" fmla="*/ 9495349 h 9729525"/>
              <a:gd name="csX6" fmla="*/ 2943922 w 15031672"/>
              <a:gd name="csY6" fmla="*/ 9216569 h 9729525"/>
              <a:gd name="csX7" fmla="*/ 6322741 w 15031672"/>
              <a:gd name="csY7" fmla="*/ 9729525 h 9729525"/>
              <a:gd name="csX8" fmla="*/ 9300117 w 15031672"/>
              <a:gd name="csY8" fmla="*/ 8659008 h 9729525"/>
              <a:gd name="csX9" fmla="*/ 10561406 w 15031672"/>
              <a:gd name="csY9" fmla="*/ 6381414 h 9729525"/>
              <a:gd name="csX10" fmla="*/ 15031672 w 15031672"/>
              <a:gd name="csY10" fmla="*/ 6648701 h 9729525"/>
              <a:gd name="csX11" fmla="*/ 14886878 w 15031672"/>
              <a:gd name="csY11" fmla="*/ 2436627 h 9729525"/>
              <a:gd name="csX12" fmla="*/ 14933713 w 15031672"/>
              <a:gd name="csY12" fmla="*/ 0 h 9729525"/>
              <a:gd name="csX13" fmla="*/ 13504127 w 15031672"/>
              <a:gd name="csY13" fmla="*/ 5662 h 9729525"/>
              <a:gd name="csX14" fmla="*/ 9021337 w 15031672"/>
              <a:gd name="csY14" fmla="*/ 206384 h 9729525"/>
              <a:gd name="csX15" fmla="*/ 8354665 w 15031672"/>
              <a:gd name="csY15" fmla="*/ 637164 h 9729525"/>
              <a:gd name="csX16" fmla="*/ 7232166 w 15031672"/>
              <a:gd name="csY16" fmla="*/ 484307 h 9729525"/>
              <a:gd name="csX17" fmla="*/ 2386361 w 15031672"/>
              <a:gd name="csY17" fmla="*/ 117174 h 9729525"/>
              <a:gd name="csX18" fmla="*/ 1048215 w 15031672"/>
              <a:gd name="csY18" fmla="*/ 886608 h 9729525"/>
              <a:gd name="csX19" fmla="*/ 1873405 w 15031672"/>
              <a:gd name="csY19" fmla="*/ 1254598 h 9729525"/>
              <a:gd name="csX20" fmla="*/ 0 w 15031672"/>
              <a:gd name="csY20" fmla="*/ 2380871 h 9729525"/>
              <a:gd name="csX21" fmla="*/ 1639229 w 15031672"/>
              <a:gd name="csY21" fmla="*/ 3685564 h 9729525"/>
              <a:gd name="csX22" fmla="*/ 1761893 w 15031672"/>
              <a:gd name="csY22" fmla="*/ 3685564 h 9729525"/>
              <a:gd name="csX23" fmla="*/ 1483112 w 15031672"/>
              <a:gd name="csY23" fmla="*/ 4622266 h 9729525"/>
              <a:gd name="csX0" fmla="*/ 1483112 w 15031672"/>
              <a:gd name="csY0" fmla="*/ 4622266 h 9729525"/>
              <a:gd name="csX1" fmla="*/ 1037063 w 15031672"/>
              <a:gd name="csY1" fmla="*/ 5324793 h 9729525"/>
              <a:gd name="csX2" fmla="*/ 1382751 w 15031672"/>
              <a:gd name="csY2" fmla="*/ 5614725 h 9729525"/>
              <a:gd name="csX3" fmla="*/ 1271239 w 15031672"/>
              <a:gd name="csY3" fmla="*/ 6785603 h 9729525"/>
              <a:gd name="csX4" fmla="*/ 1449659 w 15031672"/>
              <a:gd name="csY4" fmla="*/ 8659008 h 9729525"/>
              <a:gd name="csX5" fmla="*/ 1115122 w 15031672"/>
              <a:gd name="csY5" fmla="*/ 9495349 h 9729525"/>
              <a:gd name="csX6" fmla="*/ 2943922 w 15031672"/>
              <a:gd name="csY6" fmla="*/ 9216569 h 9729525"/>
              <a:gd name="csX7" fmla="*/ 6322741 w 15031672"/>
              <a:gd name="csY7" fmla="*/ 9729525 h 9729525"/>
              <a:gd name="csX8" fmla="*/ 9848757 w 15031672"/>
              <a:gd name="csY8" fmla="*/ 9615611 h 9729525"/>
              <a:gd name="csX9" fmla="*/ 10561406 w 15031672"/>
              <a:gd name="csY9" fmla="*/ 6381414 h 9729525"/>
              <a:gd name="csX10" fmla="*/ 15031672 w 15031672"/>
              <a:gd name="csY10" fmla="*/ 6648701 h 9729525"/>
              <a:gd name="csX11" fmla="*/ 14886878 w 15031672"/>
              <a:gd name="csY11" fmla="*/ 2436627 h 9729525"/>
              <a:gd name="csX12" fmla="*/ 14933713 w 15031672"/>
              <a:gd name="csY12" fmla="*/ 0 h 9729525"/>
              <a:gd name="csX13" fmla="*/ 13504127 w 15031672"/>
              <a:gd name="csY13" fmla="*/ 5662 h 9729525"/>
              <a:gd name="csX14" fmla="*/ 9021337 w 15031672"/>
              <a:gd name="csY14" fmla="*/ 206384 h 9729525"/>
              <a:gd name="csX15" fmla="*/ 8354665 w 15031672"/>
              <a:gd name="csY15" fmla="*/ 637164 h 9729525"/>
              <a:gd name="csX16" fmla="*/ 7232166 w 15031672"/>
              <a:gd name="csY16" fmla="*/ 484307 h 9729525"/>
              <a:gd name="csX17" fmla="*/ 2386361 w 15031672"/>
              <a:gd name="csY17" fmla="*/ 117174 h 9729525"/>
              <a:gd name="csX18" fmla="*/ 1048215 w 15031672"/>
              <a:gd name="csY18" fmla="*/ 886608 h 9729525"/>
              <a:gd name="csX19" fmla="*/ 1873405 w 15031672"/>
              <a:gd name="csY19" fmla="*/ 1254598 h 9729525"/>
              <a:gd name="csX20" fmla="*/ 0 w 15031672"/>
              <a:gd name="csY20" fmla="*/ 2380871 h 9729525"/>
              <a:gd name="csX21" fmla="*/ 1639229 w 15031672"/>
              <a:gd name="csY21" fmla="*/ 3685564 h 9729525"/>
              <a:gd name="csX22" fmla="*/ 1761893 w 15031672"/>
              <a:gd name="csY22" fmla="*/ 3685564 h 9729525"/>
              <a:gd name="csX23" fmla="*/ 1483112 w 15031672"/>
              <a:gd name="csY23" fmla="*/ 4622266 h 9729525"/>
              <a:gd name="csX0" fmla="*/ 1483112 w 15031672"/>
              <a:gd name="csY0" fmla="*/ 4622266 h 9757661"/>
              <a:gd name="csX1" fmla="*/ 1037063 w 15031672"/>
              <a:gd name="csY1" fmla="*/ 5324793 h 9757661"/>
              <a:gd name="csX2" fmla="*/ 1382751 w 15031672"/>
              <a:gd name="csY2" fmla="*/ 5614725 h 9757661"/>
              <a:gd name="csX3" fmla="*/ 1271239 w 15031672"/>
              <a:gd name="csY3" fmla="*/ 6785603 h 9757661"/>
              <a:gd name="csX4" fmla="*/ 1449659 w 15031672"/>
              <a:gd name="csY4" fmla="*/ 8659008 h 9757661"/>
              <a:gd name="csX5" fmla="*/ 1115122 w 15031672"/>
              <a:gd name="csY5" fmla="*/ 9495349 h 9757661"/>
              <a:gd name="csX6" fmla="*/ 2943922 w 15031672"/>
              <a:gd name="csY6" fmla="*/ 9216569 h 9757661"/>
              <a:gd name="csX7" fmla="*/ 4325128 w 15031672"/>
              <a:gd name="csY7" fmla="*/ 9757661 h 9757661"/>
              <a:gd name="csX8" fmla="*/ 9848757 w 15031672"/>
              <a:gd name="csY8" fmla="*/ 9615611 h 9757661"/>
              <a:gd name="csX9" fmla="*/ 10561406 w 15031672"/>
              <a:gd name="csY9" fmla="*/ 6381414 h 9757661"/>
              <a:gd name="csX10" fmla="*/ 15031672 w 15031672"/>
              <a:gd name="csY10" fmla="*/ 6648701 h 9757661"/>
              <a:gd name="csX11" fmla="*/ 14886878 w 15031672"/>
              <a:gd name="csY11" fmla="*/ 2436627 h 9757661"/>
              <a:gd name="csX12" fmla="*/ 14933713 w 15031672"/>
              <a:gd name="csY12" fmla="*/ 0 h 9757661"/>
              <a:gd name="csX13" fmla="*/ 13504127 w 15031672"/>
              <a:gd name="csY13" fmla="*/ 5662 h 9757661"/>
              <a:gd name="csX14" fmla="*/ 9021337 w 15031672"/>
              <a:gd name="csY14" fmla="*/ 206384 h 9757661"/>
              <a:gd name="csX15" fmla="*/ 8354665 w 15031672"/>
              <a:gd name="csY15" fmla="*/ 637164 h 9757661"/>
              <a:gd name="csX16" fmla="*/ 7232166 w 15031672"/>
              <a:gd name="csY16" fmla="*/ 484307 h 9757661"/>
              <a:gd name="csX17" fmla="*/ 2386361 w 15031672"/>
              <a:gd name="csY17" fmla="*/ 117174 h 9757661"/>
              <a:gd name="csX18" fmla="*/ 1048215 w 15031672"/>
              <a:gd name="csY18" fmla="*/ 886608 h 9757661"/>
              <a:gd name="csX19" fmla="*/ 1873405 w 15031672"/>
              <a:gd name="csY19" fmla="*/ 1254598 h 9757661"/>
              <a:gd name="csX20" fmla="*/ 0 w 15031672"/>
              <a:gd name="csY20" fmla="*/ 2380871 h 9757661"/>
              <a:gd name="csX21" fmla="*/ 1639229 w 15031672"/>
              <a:gd name="csY21" fmla="*/ 3685564 h 9757661"/>
              <a:gd name="csX22" fmla="*/ 1761893 w 15031672"/>
              <a:gd name="csY22" fmla="*/ 3685564 h 9757661"/>
              <a:gd name="csX23" fmla="*/ 1483112 w 15031672"/>
              <a:gd name="csY23" fmla="*/ 4622266 h 97576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15031672" h="9757661">
                <a:moveTo>
                  <a:pt x="1483112" y="4622266"/>
                </a:moveTo>
                <a:lnTo>
                  <a:pt x="1037063" y="5324793"/>
                </a:lnTo>
                <a:lnTo>
                  <a:pt x="1382751" y="5614725"/>
                </a:lnTo>
                <a:lnTo>
                  <a:pt x="1271239" y="6785603"/>
                </a:lnTo>
                <a:lnTo>
                  <a:pt x="1449659" y="8659008"/>
                </a:lnTo>
                <a:lnTo>
                  <a:pt x="1115122" y="9495349"/>
                </a:lnTo>
                <a:lnTo>
                  <a:pt x="2943922" y="9216569"/>
                </a:lnTo>
                <a:lnTo>
                  <a:pt x="4325128" y="9757661"/>
                </a:lnTo>
                <a:lnTo>
                  <a:pt x="9848757" y="9615611"/>
                </a:lnTo>
                <a:lnTo>
                  <a:pt x="10561406" y="6381414"/>
                </a:lnTo>
                <a:lnTo>
                  <a:pt x="15031672" y="6648701"/>
                </a:lnTo>
                <a:lnTo>
                  <a:pt x="14886878" y="2436627"/>
                </a:lnTo>
                <a:lnTo>
                  <a:pt x="14933713" y="0"/>
                </a:lnTo>
                <a:lnTo>
                  <a:pt x="13504127" y="5662"/>
                </a:lnTo>
                <a:lnTo>
                  <a:pt x="9021337" y="206384"/>
                </a:lnTo>
                <a:lnTo>
                  <a:pt x="8354665" y="637164"/>
                </a:lnTo>
                <a:lnTo>
                  <a:pt x="7232166" y="484307"/>
                </a:lnTo>
                <a:lnTo>
                  <a:pt x="2386361" y="117174"/>
                </a:lnTo>
                <a:lnTo>
                  <a:pt x="1048215" y="886608"/>
                </a:lnTo>
                <a:lnTo>
                  <a:pt x="1873405" y="1254598"/>
                </a:lnTo>
                <a:lnTo>
                  <a:pt x="0" y="2380871"/>
                </a:lnTo>
                <a:lnTo>
                  <a:pt x="1639229" y="3685564"/>
                </a:lnTo>
                <a:lnTo>
                  <a:pt x="1761893" y="3685564"/>
                </a:lnTo>
                <a:lnTo>
                  <a:pt x="1483112" y="4622266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070" name="Freeform: Shape 1069">
            <a:extLst>
              <a:ext uri="{FF2B5EF4-FFF2-40B4-BE49-F238E27FC236}">
                <a16:creationId xmlns:a16="http://schemas.microsoft.com/office/drawing/2014/main" id="{00C55125-A0E9-7CB4-CCCA-8D424C75AE15}"/>
              </a:ext>
            </a:extLst>
          </p:cNvPr>
          <p:cNvSpPr/>
          <p:nvPr/>
        </p:nvSpPr>
        <p:spPr>
          <a:xfrm>
            <a:off x="7167374" y="448789"/>
            <a:ext cx="10836616" cy="9067800"/>
          </a:xfrm>
          <a:custGeom>
            <a:avLst/>
            <a:gdLst>
              <a:gd name="csX0" fmla="*/ 4140200 w 6134100"/>
              <a:gd name="csY0" fmla="*/ 0 h 4800600"/>
              <a:gd name="csX1" fmla="*/ 2959100 w 6134100"/>
              <a:gd name="csY1" fmla="*/ 444500 h 4800600"/>
              <a:gd name="csX2" fmla="*/ 3022600 w 6134100"/>
              <a:gd name="csY2" fmla="*/ 1193800 h 4800600"/>
              <a:gd name="csX3" fmla="*/ 431800 w 6134100"/>
              <a:gd name="csY3" fmla="*/ 1270000 h 4800600"/>
              <a:gd name="csX4" fmla="*/ 0 w 6134100"/>
              <a:gd name="csY4" fmla="*/ 3594100 h 4800600"/>
              <a:gd name="csX5" fmla="*/ 647700 w 6134100"/>
              <a:gd name="csY5" fmla="*/ 4800600 h 4800600"/>
              <a:gd name="csX6" fmla="*/ 5511800 w 6134100"/>
              <a:gd name="csY6" fmla="*/ 4800600 h 4800600"/>
              <a:gd name="csX7" fmla="*/ 5930900 w 6134100"/>
              <a:gd name="csY7" fmla="*/ 2438400 h 4800600"/>
              <a:gd name="csX8" fmla="*/ 4559300 w 6134100"/>
              <a:gd name="csY8" fmla="*/ 1498600 h 4800600"/>
              <a:gd name="csX9" fmla="*/ 4737100 w 6134100"/>
              <a:gd name="csY9" fmla="*/ 1460500 h 4800600"/>
              <a:gd name="csX10" fmla="*/ 5702300 w 6134100"/>
              <a:gd name="csY10" fmla="*/ 1206500 h 4800600"/>
              <a:gd name="csX11" fmla="*/ 5956300 w 6134100"/>
              <a:gd name="csY11" fmla="*/ 1155700 h 4800600"/>
              <a:gd name="csX12" fmla="*/ 6134100 w 6134100"/>
              <a:gd name="csY12" fmla="*/ 139700 h 4800600"/>
              <a:gd name="csX13" fmla="*/ 5270500 w 6134100"/>
              <a:gd name="csY13" fmla="*/ 152400 h 4800600"/>
              <a:gd name="csX14" fmla="*/ 4140200 w 6134100"/>
              <a:gd name="csY14" fmla="*/ 0 h 4800600"/>
              <a:gd name="csX0" fmla="*/ 4140200 w 6134100"/>
              <a:gd name="csY0" fmla="*/ 4267200 h 9067800"/>
              <a:gd name="csX1" fmla="*/ 2959100 w 6134100"/>
              <a:gd name="csY1" fmla="*/ 4711700 h 9067800"/>
              <a:gd name="csX2" fmla="*/ 3022600 w 6134100"/>
              <a:gd name="csY2" fmla="*/ 5461000 h 9067800"/>
              <a:gd name="csX3" fmla="*/ 431800 w 6134100"/>
              <a:gd name="csY3" fmla="*/ 5537200 h 9067800"/>
              <a:gd name="csX4" fmla="*/ 0 w 6134100"/>
              <a:gd name="csY4" fmla="*/ 7861300 h 9067800"/>
              <a:gd name="csX5" fmla="*/ 647700 w 6134100"/>
              <a:gd name="csY5" fmla="*/ 9067800 h 9067800"/>
              <a:gd name="csX6" fmla="*/ 5511800 w 6134100"/>
              <a:gd name="csY6" fmla="*/ 9067800 h 9067800"/>
              <a:gd name="csX7" fmla="*/ 5930900 w 6134100"/>
              <a:gd name="csY7" fmla="*/ 6705600 h 9067800"/>
              <a:gd name="csX8" fmla="*/ 4559300 w 6134100"/>
              <a:gd name="csY8" fmla="*/ 5765800 h 9067800"/>
              <a:gd name="csX9" fmla="*/ 4737100 w 6134100"/>
              <a:gd name="csY9" fmla="*/ 5727700 h 9067800"/>
              <a:gd name="csX10" fmla="*/ 5702300 w 6134100"/>
              <a:gd name="csY10" fmla="*/ 5473700 h 9067800"/>
              <a:gd name="csX11" fmla="*/ 5956300 w 6134100"/>
              <a:gd name="csY11" fmla="*/ 5422900 h 9067800"/>
              <a:gd name="csX12" fmla="*/ 6134100 w 6134100"/>
              <a:gd name="csY12" fmla="*/ 4406900 h 9067800"/>
              <a:gd name="csX13" fmla="*/ 5524500 w 6134100"/>
              <a:gd name="csY13" fmla="*/ 0 h 9067800"/>
              <a:gd name="csX14" fmla="*/ 4140200 w 6134100"/>
              <a:gd name="csY14" fmla="*/ 4267200 h 9067800"/>
              <a:gd name="csX0" fmla="*/ 4140200 w 10591800"/>
              <a:gd name="csY0" fmla="*/ 4267200 h 9067800"/>
              <a:gd name="csX1" fmla="*/ 2959100 w 10591800"/>
              <a:gd name="csY1" fmla="*/ 4711700 h 9067800"/>
              <a:gd name="csX2" fmla="*/ 3022600 w 10591800"/>
              <a:gd name="csY2" fmla="*/ 5461000 h 9067800"/>
              <a:gd name="csX3" fmla="*/ 431800 w 10591800"/>
              <a:gd name="csY3" fmla="*/ 5537200 h 9067800"/>
              <a:gd name="csX4" fmla="*/ 0 w 10591800"/>
              <a:gd name="csY4" fmla="*/ 7861300 h 9067800"/>
              <a:gd name="csX5" fmla="*/ 647700 w 10591800"/>
              <a:gd name="csY5" fmla="*/ 9067800 h 9067800"/>
              <a:gd name="csX6" fmla="*/ 5511800 w 10591800"/>
              <a:gd name="csY6" fmla="*/ 9067800 h 9067800"/>
              <a:gd name="csX7" fmla="*/ 5930900 w 10591800"/>
              <a:gd name="csY7" fmla="*/ 6705600 h 9067800"/>
              <a:gd name="csX8" fmla="*/ 4559300 w 10591800"/>
              <a:gd name="csY8" fmla="*/ 5765800 h 9067800"/>
              <a:gd name="csX9" fmla="*/ 4737100 w 10591800"/>
              <a:gd name="csY9" fmla="*/ 5727700 h 9067800"/>
              <a:gd name="csX10" fmla="*/ 5702300 w 10591800"/>
              <a:gd name="csY10" fmla="*/ 5473700 h 9067800"/>
              <a:gd name="csX11" fmla="*/ 5956300 w 10591800"/>
              <a:gd name="csY11" fmla="*/ 5422900 h 9067800"/>
              <a:gd name="csX12" fmla="*/ 10591800 w 10591800"/>
              <a:gd name="csY12" fmla="*/ 139700 h 9067800"/>
              <a:gd name="csX13" fmla="*/ 5524500 w 10591800"/>
              <a:gd name="csY13" fmla="*/ 0 h 9067800"/>
              <a:gd name="csX14" fmla="*/ 4140200 w 10591800"/>
              <a:gd name="csY14" fmla="*/ 4267200 h 9067800"/>
              <a:gd name="csX0" fmla="*/ 4140200 w 11125200"/>
              <a:gd name="csY0" fmla="*/ 4267200 h 9067800"/>
              <a:gd name="csX1" fmla="*/ 2959100 w 11125200"/>
              <a:gd name="csY1" fmla="*/ 4711700 h 9067800"/>
              <a:gd name="csX2" fmla="*/ 3022600 w 11125200"/>
              <a:gd name="csY2" fmla="*/ 5461000 h 9067800"/>
              <a:gd name="csX3" fmla="*/ 431800 w 11125200"/>
              <a:gd name="csY3" fmla="*/ 5537200 h 9067800"/>
              <a:gd name="csX4" fmla="*/ 0 w 11125200"/>
              <a:gd name="csY4" fmla="*/ 7861300 h 9067800"/>
              <a:gd name="csX5" fmla="*/ 647700 w 11125200"/>
              <a:gd name="csY5" fmla="*/ 9067800 h 9067800"/>
              <a:gd name="csX6" fmla="*/ 5511800 w 11125200"/>
              <a:gd name="csY6" fmla="*/ 9067800 h 9067800"/>
              <a:gd name="csX7" fmla="*/ 5930900 w 11125200"/>
              <a:gd name="csY7" fmla="*/ 6705600 h 9067800"/>
              <a:gd name="csX8" fmla="*/ 4559300 w 11125200"/>
              <a:gd name="csY8" fmla="*/ 5765800 h 9067800"/>
              <a:gd name="csX9" fmla="*/ 4737100 w 11125200"/>
              <a:gd name="csY9" fmla="*/ 5727700 h 9067800"/>
              <a:gd name="csX10" fmla="*/ 5702300 w 11125200"/>
              <a:gd name="csY10" fmla="*/ 5473700 h 9067800"/>
              <a:gd name="csX11" fmla="*/ 11125200 w 11125200"/>
              <a:gd name="csY11" fmla="*/ 5676900 h 9067800"/>
              <a:gd name="csX12" fmla="*/ 10591800 w 11125200"/>
              <a:gd name="csY12" fmla="*/ 139700 h 9067800"/>
              <a:gd name="csX13" fmla="*/ 5524500 w 11125200"/>
              <a:gd name="csY13" fmla="*/ 0 h 9067800"/>
              <a:gd name="csX14" fmla="*/ 4140200 w 11125200"/>
              <a:gd name="csY14" fmla="*/ 4267200 h 9067800"/>
              <a:gd name="csX0" fmla="*/ 4140200 w 11125200"/>
              <a:gd name="csY0" fmla="*/ 4267200 h 9067800"/>
              <a:gd name="csX1" fmla="*/ 2959100 w 11125200"/>
              <a:gd name="csY1" fmla="*/ 4711700 h 9067800"/>
              <a:gd name="csX2" fmla="*/ 3022600 w 11125200"/>
              <a:gd name="csY2" fmla="*/ 5461000 h 9067800"/>
              <a:gd name="csX3" fmla="*/ 431800 w 11125200"/>
              <a:gd name="csY3" fmla="*/ 5537200 h 9067800"/>
              <a:gd name="csX4" fmla="*/ 0 w 11125200"/>
              <a:gd name="csY4" fmla="*/ 7861300 h 9067800"/>
              <a:gd name="csX5" fmla="*/ 647700 w 11125200"/>
              <a:gd name="csY5" fmla="*/ 9067800 h 9067800"/>
              <a:gd name="csX6" fmla="*/ 5511800 w 11125200"/>
              <a:gd name="csY6" fmla="*/ 9067800 h 9067800"/>
              <a:gd name="csX7" fmla="*/ 5930900 w 11125200"/>
              <a:gd name="csY7" fmla="*/ 6705600 h 9067800"/>
              <a:gd name="csX8" fmla="*/ 4559300 w 11125200"/>
              <a:gd name="csY8" fmla="*/ 5765800 h 9067800"/>
              <a:gd name="csX9" fmla="*/ 4737100 w 11125200"/>
              <a:gd name="csY9" fmla="*/ 5727700 h 9067800"/>
              <a:gd name="csX10" fmla="*/ 5702300 w 11125200"/>
              <a:gd name="csY10" fmla="*/ 5473700 h 9067800"/>
              <a:gd name="csX11" fmla="*/ 11125200 w 11125200"/>
              <a:gd name="csY11" fmla="*/ 5676900 h 9067800"/>
              <a:gd name="csX12" fmla="*/ 11061700 w 11125200"/>
              <a:gd name="csY12" fmla="*/ 139700 h 9067800"/>
              <a:gd name="csX13" fmla="*/ 5524500 w 11125200"/>
              <a:gd name="csY13" fmla="*/ 0 h 9067800"/>
              <a:gd name="csX14" fmla="*/ 4140200 w 11125200"/>
              <a:gd name="csY14" fmla="*/ 4267200 h 9067800"/>
              <a:gd name="csX0" fmla="*/ 4140200 w 11125200"/>
              <a:gd name="csY0" fmla="*/ 4267200 h 9067800"/>
              <a:gd name="csX1" fmla="*/ 2959100 w 11125200"/>
              <a:gd name="csY1" fmla="*/ 4711700 h 9067800"/>
              <a:gd name="csX2" fmla="*/ 3022600 w 11125200"/>
              <a:gd name="csY2" fmla="*/ 5461000 h 9067800"/>
              <a:gd name="csX3" fmla="*/ 431800 w 11125200"/>
              <a:gd name="csY3" fmla="*/ 5537200 h 9067800"/>
              <a:gd name="csX4" fmla="*/ 0 w 11125200"/>
              <a:gd name="csY4" fmla="*/ 7861300 h 9067800"/>
              <a:gd name="csX5" fmla="*/ 647700 w 11125200"/>
              <a:gd name="csY5" fmla="*/ 9067800 h 9067800"/>
              <a:gd name="csX6" fmla="*/ 5511800 w 11125200"/>
              <a:gd name="csY6" fmla="*/ 9067800 h 9067800"/>
              <a:gd name="csX7" fmla="*/ 5930900 w 11125200"/>
              <a:gd name="csY7" fmla="*/ 6705600 h 9067800"/>
              <a:gd name="csX8" fmla="*/ 4559300 w 11125200"/>
              <a:gd name="csY8" fmla="*/ 5765800 h 9067800"/>
              <a:gd name="csX9" fmla="*/ 4737100 w 11125200"/>
              <a:gd name="csY9" fmla="*/ 5727700 h 9067800"/>
              <a:gd name="csX10" fmla="*/ 6908800 w 11125200"/>
              <a:gd name="csY10" fmla="*/ 5308600 h 9067800"/>
              <a:gd name="csX11" fmla="*/ 11125200 w 11125200"/>
              <a:gd name="csY11" fmla="*/ 5676900 h 9067800"/>
              <a:gd name="csX12" fmla="*/ 11061700 w 11125200"/>
              <a:gd name="csY12" fmla="*/ 139700 h 9067800"/>
              <a:gd name="csX13" fmla="*/ 5524500 w 11125200"/>
              <a:gd name="csY13" fmla="*/ 0 h 9067800"/>
              <a:gd name="csX14" fmla="*/ 4140200 w 11125200"/>
              <a:gd name="csY14" fmla="*/ 4267200 h 9067800"/>
              <a:gd name="csX0" fmla="*/ 4140200 w 11125200"/>
              <a:gd name="csY0" fmla="*/ 4267200 h 9067800"/>
              <a:gd name="csX1" fmla="*/ 2959100 w 11125200"/>
              <a:gd name="csY1" fmla="*/ 4711700 h 9067800"/>
              <a:gd name="csX2" fmla="*/ 3022600 w 11125200"/>
              <a:gd name="csY2" fmla="*/ 5461000 h 9067800"/>
              <a:gd name="csX3" fmla="*/ 431800 w 11125200"/>
              <a:gd name="csY3" fmla="*/ 5537200 h 9067800"/>
              <a:gd name="csX4" fmla="*/ 0 w 11125200"/>
              <a:gd name="csY4" fmla="*/ 7861300 h 9067800"/>
              <a:gd name="csX5" fmla="*/ 647700 w 11125200"/>
              <a:gd name="csY5" fmla="*/ 9067800 h 9067800"/>
              <a:gd name="csX6" fmla="*/ 5511800 w 11125200"/>
              <a:gd name="csY6" fmla="*/ 9067800 h 9067800"/>
              <a:gd name="csX7" fmla="*/ 5930900 w 11125200"/>
              <a:gd name="csY7" fmla="*/ 6705600 h 9067800"/>
              <a:gd name="csX8" fmla="*/ 4559300 w 11125200"/>
              <a:gd name="csY8" fmla="*/ 5765800 h 9067800"/>
              <a:gd name="csX9" fmla="*/ 5892800 w 11125200"/>
              <a:gd name="csY9" fmla="*/ 5930900 h 9067800"/>
              <a:gd name="csX10" fmla="*/ 6908800 w 11125200"/>
              <a:gd name="csY10" fmla="*/ 5308600 h 9067800"/>
              <a:gd name="csX11" fmla="*/ 11125200 w 11125200"/>
              <a:gd name="csY11" fmla="*/ 5676900 h 9067800"/>
              <a:gd name="csX12" fmla="*/ 11061700 w 11125200"/>
              <a:gd name="csY12" fmla="*/ 139700 h 9067800"/>
              <a:gd name="csX13" fmla="*/ 5524500 w 11125200"/>
              <a:gd name="csY13" fmla="*/ 0 h 9067800"/>
              <a:gd name="csX14" fmla="*/ 4140200 w 11125200"/>
              <a:gd name="csY14" fmla="*/ 4267200 h 9067800"/>
              <a:gd name="csX0" fmla="*/ 4140200 w 11061700"/>
              <a:gd name="csY0" fmla="*/ 4267200 h 9067800"/>
              <a:gd name="csX1" fmla="*/ 2959100 w 11061700"/>
              <a:gd name="csY1" fmla="*/ 4711700 h 9067800"/>
              <a:gd name="csX2" fmla="*/ 3022600 w 11061700"/>
              <a:gd name="csY2" fmla="*/ 5461000 h 9067800"/>
              <a:gd name="csX3" fmla="*/ 431800 w 11061700"/>
              <a:gd name="csY3" fmla="*/ 5537200 h 9067800"/>
              <a:gd name="csX4" fmla="*/ 0 w 11061700"/>
              <a:gd name="csY4" fmla="*/ 7861300 h 9067800"/>
              <a:gd name="csX5" fmla="*/ 647700 w 11061700"/>
              <a:gd name="csY5" fmla="*/ 9067800 h 9067800"/>
              <a:gd name="csX6" fmla="*/ 5511800 w 11061700"/>
              <a:gd name="csY6" fmla="*/ 9067800 h 9067800"/>
              <a:gd name="csX7" fmla="*/ 5930900 w 11061700"/>
              <a:gd name="csY7" fmla="*/ 6705600 h 9067800"/>
              <a:gd name="csX8" fmla="*/ 4559300 w 11061700"/>
              <a:gd name="csY8" fmla="*/ 5765800 h 9067800"/>
              <a:gd name="csX9" fmla="*/ 5892800 w 11061700"/>
              <a:gd name="csY9" fmla="*/ 5930900 h 9067800"/>
              <a:gd name="csX10" fmla="*/ 6908800 w 11061700"/>
              <a:gd name="csY10" fmla="*/ 5308600 h 9067800"/>
              <a:gd name="csX11" fmla="*/ 10492153 w 11061700"/>
              <a:gd name="csY11" fmla="*/ 6197404 h 9067800"/>
              <a:gd name="csX12" fmla="*/ 11061700 w 11061700"/>
              <a:gd name="csY12" fmla="*/ 139700 h 9067800"/>
              <a:gd name="csX13" fmla="*/ 5524500 w 11061700"/>
              <a:gd name="csY13" fmla="*/ 0 h 9067800"/>
              <a:gd name="csX14" fmla="*/ 4140200 w 11061700"/>
              <a:gd name="csY14" fmla="*/ 4267200 h 9067800"/>
              <a:gd name="csX0" fmla="*/ 4140200 w 11061700"/>
              <a:gd name="csY0" fmla="*/ 4267200 h 9067800"/>
              <a:gd name="csX1" fmla="*/ 2959100 w 11061700"/>
              <a:gd name="csY1" fmla="*/ 4711700 h 9067800"/>
              <a:gd name="csX2" fmla="*/ 3022600 w 11061700"/>
              <a:gd name="csY2" fmla="*/ 5461000 h 9067800"/>
              <a:gd name="csX3" fmla="*/ 431800 w 11061700"/>
              <a:gd name="csY3" fmla="*/ 5537200 h 9067800"/>
              <a:gd name="csX4" fmla="*/ 0 w 11061700"/>
              <a:gd name="csY4" fmla="*/ 7861300 h 9067800"/>
              <a:gd name="csX5" fmla="*/ 647700 w 11061700"/>
              <a:gd name="csY5" fmla="*/ 9067800 h 9067800"/>
              <a:gd name="csX6" fmla="*/ 5511800 w 11061700"/>
              <a:gd name="csY6" fmla="*/ 9067800 h 9067800"/>
              <a:gd name="csX7" fmla="*/ 5930900 w 11061700"/>
              <a:gd name="csY7" fmla="*/ 6705600 h 9067800"/>
              <a:gd name="csX8" fmla="*/ 4559300 w 11061700"/>
              <a:gd name="csY8" fmla="*/ 5765800 h 9067800"/>
              <a:gd name="csX9" fmla="*/ 5892800 w 11061700"/>
              <a:gd name="csY9" fmla="*/ 5930900 h 9067800"/>
              <a:gd name="csX10" fmla="*/ 7218289 w 11061700"/>
              <a:gd name="csY10" fmla="*/ 5646225 h 9067800"/>
              <a:gd name="csX11" fmla="*/ 10492153 w 11061700"/>
              <a:gd name="csY11" fmla="*/ 6197404 h 9067800"/>
              <a:gd name="csX12" fmla="*/ 11061700 w 11061700"/>
              <a:gd name="csY12" fmla="*/ 139700 h 9067800"/>
              <a:gd name="csX13" fmla="*/ 5524500 w 11061700"/>
              <a:gd name="csY13" fmla="*/ 0 h 9067800"/>
              <a:gd name="csX14" fmla="*/ 4140200 w 11061700"/>
              <a:gd name="csY14" fmla="*/ 4267200 h 9067800"/>
              <a:gd name="csX0" fmla="*/ 4140200 w 10836616"/>
              <a:gd name="csY0" fmla="*/ 4267200 h 9067800"/>
              <a:gd name="csX1" fmla="*/ 2959100 w 10836616"/>
              <a:gd name="csY1" fmla="*/ 4711700 h 9067800"/>
              <a:gd name="csX2" fmla="*/ 3022600 w 10836616"/>
              <a:gd name="csY2" fmla="*/ 5461000 h 9067800"/>
              <a:gd name="csX3" fmla="*/ 431800 w 10836616"/>
              <a:gd name="csY3" fmla="*/ 5537200 h 9067800"/>
              <a:gd name="csX4" fmla="*/ 0 w 10836616"/>
              <a:gd name="csY4" fmla="*/ 7861300 h 9067800"/>
              <a:gd name="csX5" fmla="*/ 647700 w 10836616"/>
              <a:gd name="csY5" fmla="*/ 9067800 h 9067800"/>
              <a:gd name="csX6" fmla="*/ 5511800 w 10836616"/>
              <a:gd name="csY6" fmla="*/ 9067800 h 9067800"/>
              <a:gd name="csX7" fmla="*/ 5930900 w 10836616"/>
              <a:gd name="csY7" fmla="*/ 6705600 h 9067800"/>
              <a:gd name="csX8" fmla="*/ 4559300 w 10836616"/>
              <a:gd name="csY8" fmla="*/ 5765800 h 9067800"/>
              <a:gd name="csX9" fmla="*/ 5892800 w 10836616"/>
              <a:gd name="csY9" fmla="*/ 5930900 h 9067800"/>
              <a:gd name="csX10" fmla="*/ 7218289 w 10836616"/>
              <a:gd name="csY10" fmla="*/ 5646225 h 9067800"/>
              <a:gd name="csX11" fmla="*/ 10492153 w 10836616"/>
              <a:gd name="csY11" fmla="*/ 6197404 h 9067800"/>
              <a:gd name="csX12" fmla="*/ 10836616 w 10836616"/>
              <a:gd name="csY12" fmla="*/ 857152 h 9067800"/>
              <a:gd name="csX13" fmla="*/ 5524500 w 10836616"/>
              <a:gd name="csY13" fmla="*/ 0 h 9067800"/>
              <a:gd name="csX14" fmla="*/ 4140200 w 10836616"/>
              <a:gd name="csY14" fmla="*/ 4267200 h 9067800"/>
              <a:gd name="csX0" fmla="*/ 4140200 w 10836616"/>
              <a:gd name="csY0" fmla="*/ 4267200 h 9067800"/>
              <a:gd name="csX1" fmla="*/ 2959100 w 10836616"/>
              <a:gd name="csY1" fmla="*/ 4711700 h 9067800"/>
              <a:gd name="csX2" fmla="*/ 3022600 w 10836616"/>
              <a:gd name="csY2" fmla="*/ 5461000 h 9067800"/>
              <a:gd name="csX3" fmla="*/ 431800 w 10836616"/>
              <a:gd name="csY3" fmla="*/ 5537200 h 9067800"/>
              <a:gd name="csX4" fmla="*/ 0 w 10836616"/>
              <a:gd name="csY4" fmla="*/ 7861300 h 9067800"/>
              <a:gd name="csX5" fmla="*/ 647700 w 10836616"/>
              <a:gd name="csY5" fmla="*/ 9067800 h 9067800"/>
              <a:gd name="csX6" fmla="*/ 5511800 w 10836616"/>
              <a:gd name="csY6" fmla="*/ 9067800 h 9067800"/>
              <a:gd name="csX7" fmla="*/ 5930900 w 10836616"/>
              <a:gd name="csY7" fmla="*/ 6705600 h 9067800"/>
              <a:gd name="csX8" fmla="*/ 4559300 w 10836616"/>
              <a:gd name="csY8" fmla="*/ 5765800 h 9067800"/>
              <a:gd name="csX9" fmla="*/ 5892800 w 10836616"/>
              <a:gd name="csY9" fmla="*/ 5930900 h 9067800"/>
              <a:gd name="csX10" fmla="*/ 7218289 w 10836616"/>
              <a:gd name="csY10" fmla="*/ 5646225 h 9067800"/>
              <a:gd name="csX11" fmla="*/ 10689101 w 10836616"/>
              <a:gd name="csY11" fmla="*/ 6197404 h 9067800"/>
              <a:gd name="csX12" fmla="*/ 10836616 w 10836616"/>
              <a:gd name="csY12" fmla="*/ 857152 h 9067800"/>
              <a:gd name="csX13" fmla="*/ 5524500 w 10836616"/>
              <a:gd name="csY13" fmla="*/ 0 h 9067800"/>
              <a:gd name="csX14" fmla="*/ 4140200 w 10836616"/>
              <a:gd name="csY14" fmla="*/ 4267200 h 906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836616" h="9067800">
                <a:moveTo>
                  <a:pt x="4140200" y="4267200"/>
                </a:moveTo>
                <a:lnTo>
                  <a:pt x="2959100" y="4711700"/>
                </a:lnTo>
                <a:lnTo>
                  <a:pt x="3022600" y="5461000"/>
                </a:lnTo>
                <a:lnTo>
                  <a:pt x="431800" y="5537200"/>
                </a:lnTo>
                <a:lnTo>
                  <a:pt x="0" y="7861300"/>
                </a:lnTo>
                <a:lnTo>
                  <a:pt x="647700" y="9067800"/>
                </a:lnTo>
                <a:lnTo>
                  <a:pt x="5511800" y="9067800"/>
                </a:lnTo>
                <a:lnTo>
                  <a:pt x="5930900" y="6705600"/>
                </a:lnTo>
                <a:lnTo>
                  <a:pt x="4559300" y="5765800"/>
                </a:lnTo>
                <a:lnTo>
                  <a:pt x="5892800" y="5930900"/>
                </a:lnTo>
                <a:lnTo>
                  <a:pt x="7218289" y="5646225"/>
                </a:lnTo>
                <a:cubicBezTo>
                  <a:pt x="7422594" y="5617039"/>
                  <a:pt x="10556105" y="6241736"/>
                  <a:pt x="10689101" y="6197404"/>
                </a:cubicBezTo>
                <a:lnTo>
                  <a:pt x="10836616" y="857152"/>
                </a:lnTo>
                <a:lnTo>
                  <a:pt x="5524500" y="0"/>
                </a:lnTo>
                <a:lnTo>
                  <a:pt x="4140200" y="426720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s-MX" sz="3200" noProof="0" dirty="0">
                <a:solidFill>
                  <a:schemeClr val="tx1"/>
                </a:solidFill>
              </a:rPr>
              <a:t>              Arquitectura Big Data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E18B2AC7-D0B3-B374-C065-95A57821BA9C}"/>
              </a:ext>
            </a:extLst>
          </p:cNvPr>
          <p:cNvSpPr/>
          <p:nvPr/>
        </p:nvSpPr>
        <p:spPr>
          <a:xfrm>
            <a:off x="166573" y="1795095"/>
            <a:ext cx="4728117" cy="7883912"/>
          </a:xfrm>
          <a:custGeom>
            <a:avLst/>
            <a:gdLst>
              <a:gd name="csX0" fmla="*/ 4014439 w 4728117"/>
              <a:gd name="csY0" fmla="*/ 3724508 h 7883912"/>
              <a:gd name="csX1" fmla="*/ 4415883 w 4728117"/>
              <a:gd name="csY1" fmla="*/ 4137103 h 7883912"/>
              <a:gd name="csX2" fmla="*/ 4237464 w 4728117"/>
              <a:gd name="csY2" fmla="*/ 5151864 h 7883912"/>
              <a:gd name="csX3" fmla="*/ 4382430 w 4728117"/>
              <a:gd name="csY3" fmla="*/ 6858000 h 7883912"/>
              <a:gd name="csX4" fmla="*/ 3936381 w 4728117"/>
              <a:gd name="csY4" fmla="*/ 7861610 h 7883912"/>
              <a:gd name="csX5" fmla="*/ 78059 w 4728117"/>
              <a:gd name="csY5" fmla="*/ 7883912 h 7883912"/>
              <a:gd name="csX6" fmla="*/ 267630 w 4728117"/>
              <a:gd name="csY6" fmla="*/ 5218771 h 7883912"/>
              <a:gd name="csX7" fmla="*/ 0 w 4728117"/>
              <a:gd name="csY7" fmla="*/ 3635298 h 7883912"/>
              <a:gd name="csX8" fmla="*/ 78059 w 4728117"/>
              <a:gd name="csY8" fmla="*/ 2263698 h 7883912"/>
              <a:gd name="csX9" fmla="*/ 1237786 w 4728117"/>
              <a:gd name="csY9" fmla="*/ 2397512 h 7883912"/>
              <a:gd name="csX10" fmla="*/ 223025 w 4728117"/>
              <a:gd name="csY10" fmla="*/ 301083 h 7883912"/>
              <a:gd name="csX11" fmla="*/ 2330605 w 4728117"/>
              <a:gd name="csY11" fmla="*/ 0 h 7883912"/>
              <a:gd name="csX12" fmla="*/ 2865864 w 4728117"/>
              <a:gd name="csY12" fmla="*/ 1159727 h 7883912"/>
              <a:gd name="csX13" fmla="*/ 4549698 w 4728117"/>
              <a:gd name="csY13" fmla="*/ 2252547 h 7883912"/>
              <a:gd name="csX14" fmla="*/ 4728117 w 4728117"/>
              <a:gd name="csY14" fmla="*/ 2241395 h 7883912"/>
              <a:gd name="csX15" fmla="*/ 4014439 w 4728117"/>
              <a:gd name="csY15" fmla="*/ 3724508 h 78839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4728117" h="7883912">
                <a:moveTo>
                  <a:pt x="4014439" y="3724508"/>
                </a:moveTo>
                <a:lnTo>
                  <a:pt x="4415883" y="4137103"/>
                </a:lnTo>
                <a:lnTo>
                  <a:pt x="4237464" y="5151864"/>
                </a:lnTo>
                <a:lnTo>
                  <a:pt x="4382430" y="6858000"/>
                </a:lnTo>
                <a:lnTo>
                  <a:pt x="3936381" y="7861610"/>
                </a:lnTo>
                <a:lnTo>
                  <a:pt x="78059" y="7883912"/>
                </a:lnTo>
                <a:lnTo>
                  <a:pt x="267630" y="5218771"/>
                </a:lnTo>
                <a:lnTo>
                  <a:pt x="0" y="3635298"/>
                </a:lnTo>
                <a:lnTo>
                  <a:pt x="78059" y="2263698"/>
                </a:lnTo>
                <a:lnTo>
                  <a:pt x="1237786" y="2397512"/>
                </a:lnTo>
                <a:lnTo>
                  <a:pt x="223025" y="301083"/>
                </a:lnTo>
                <a:lnTo>
                  <a:pt x="2330605" y="0"/>
                </a:lnTo>
                <a:lnTo>
                  <a:pt x="2865864" y="1159727"/>
                </a:lnTo>
                <a:lnTo>
                  <a:pt x="4549698" y="2252547"/>
                </a:lnTo>
                <a:lnTo>
                  <a:pt x="4728117" y="2241395"/>
                </a:lnTo>
                <a:lnTo>
                  <a:pt x="4014439" y="3724508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A4D172-1281-BBE0-3AF3-2806EE8C51FE}"/>
              </a:ext>
            </a:extLst>
          </p:cNvPr>
          <p:cNvSpPr/>
          <p:nvPr/>
        </p:nvSpPr>
        <p:spPr>
          <a:xfrm>
            <a:off x="4902824" y="2467228"/>
            <a:ext cx="176905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noProof="0" dirty="0"/>
              <a:t>¿Qué?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C8F45-942D-5A1A-07BF-69C9FE413639}"/>
              </a:ext>
            </a:extLst>
          </p:cNvPr>
          <p:cNvSpPr/>
          <p:nvPr/>
        </p:nvSpPr>
        <p:spPr>
          <a:xfrm>
            <a:off x="12516235" y="2195971"/>
            <a:ext cx="1329967" cy="636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/>
              <a:t>¿Cómo?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3E6B4-E8CD-2169-2F12-A34188645B45}"/>
              </a:ext>
            </a:extLst>
          </p:cNvPr>
          <p:cNvSpPr/>
          <p:nvPr/>
        </p:nvSpPr>
        <p:spPr>
          <a:xfrm>
            <a:off x="132646" y="125718"/>
            <a:ext cx="3881689" cy="1542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s-MX" sz="1200" noProof="0" dirty="0"/>
              <a:t>TC4034.10. Análisis de grandes volúmenes de datos</a:t>
            </a:r>
          </a:p>
          <a:p>
            <a:r>
              <a:rPr lang="es-MX" sz="1200" noProof="0" dirty="0"/>
              <a:t>Grupo 10</a:t>
            </a:r>
          </a:p>
          <a:p>
            <a:endParaRPr lang="es-MX" sz="1200" noProof="0" dirty="0"/>
          </a:p>
          <a:p>
            <a:r>
              <a:rPr lang="es-MX" sz="1200" noProof="0" dirty="0"/>
              <a:t>Alumno:  Marcelo Ismael López Verdugo</a:t>
            </a:r>
          </a:p>
          <a:p>
            <a:r>
              <a:rPr lang="es-MX" sz="1200" noProof="0" dirty="0"/>
              <a:t>Matrícula: A00959089</a:t>
            </a:r>
          </a:p>
          <a:p>
            <a:endParaRPr lang="es-MX" sz="1200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E0C91B-75C0-18D2-30A2-6FD502B1B933}"/>
              </a:ext>
            </a:extLst>
          </p:cNvPr>
          <p:cNvSpPr/>
          <p:nvPr/>
        </p:nvSpPr>
        <p:spPr>
          <a:xfrm>
            <a:off x="13313444" y="6897470"/>
            <a:ext cx="4638129" cy="2987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s-MX" sz="1200" noProof="0" dirty="0"/>
              <a:t>Bibliografía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noProof="0" dirty="0" err="1"/>
              <a:t>Polak</a:t>
            </a:r>
            <a:r>
              <a:rPr lang="es-MX" sz="1200" noProof="0" dirty="0"/>
              <a:t>, A. (2023). </a:t>
            </a:r>
            <a:r>
              <a:rPr lang="es-MX" sz="1200" noProof="0" dirty="0" err="1"/>
              <a:t>Scaling</a:t>
            </a:r>
            <a:r>
              <a:rPr lang="es-MX" sz="1200" noProof="0" dirty="0"/>
              <a:t> machine </a:t>
            </a:r>
            <a:r>
              <a:rPr lang="es-MX" sz="1200" noProof="0" dirty="0" err="1"/>
              <a:t>learning</a:t>
            </a:r>
            <a:r>
              <a:rPr lang="es-MX" sz="1200" noProof="0" dirty="0"/>
              <a:t> </a:t>
            </a:r>
            <a:r>
              <a:rPr lang="es-MX" sz="1200" noProof="0" dirty="0" err="1"/>
              <a:t>with</a:t>
            </a:r>
            <a:r>
              <a:rPr lang="es-MX" sz="1200" noProof="0" dirty="0"/>
              <a:t> </a:t>
            </a:r>
            <a:r>
              <a:rPr lang="es-MX" sz="1200" noProof="0" dirty="0" err="1"/>
              <a:t>Spark</a:t>
            </a:r>
            <a:r>
              <a:rPr lang="es-MX" sz="1200" noProof="0" dirty="0"/>
              <a:t>: </a:t>
            </a:r>
            <a:r>
              <a:rPr lang="es-MX" sz="1200" noProof="0" dirty="0" err="1"/>
              <a:t>distributed</a:t>
            </a:r>
            <a:r>
              <a:rPr lang="es-MX" sz="1200" noProof="0" dirty="0"/>
              <a:t> ML </a:t>
            </a:r>
            <a:r>
              <a:rPr lang="es-MX" sz="1200" noProof="0" dirty="0" err="1"/>
              <a:t>with</a:t>
            </a:r>
            <a:r>
              <a:rPr lang="es-MX" sz="1200" noProof="0" dirty="0"/>
              <a:t> </a:t>
            </a:r>
            <a:r>
              <a:rPr lang="es-MX" sz="1200" noProof="0" dirty="0" err="1"/>
              <a:t>MLlib,Links</a:t>
            </a:r>
            <a:r>
              <a:rPr lang="es-MX" sz="1200" noProof="0" dirty="0"/>
              <a:t> </a:t>
            </a:r>
            <a:r>
              <a:rPr lang="es-MX" sz="1200" noProof="0" dirty="0" err="1"/>
              <a:t>to</a:t>
            </a:r>
            <a:r>
              <a:rPr lang="es-MX" sz="1200" noProof="0" dirty="0"/>
              <a:t> </a:t>
            </a:r>
            <a:r>
              <a:rPr lang="es-MX" sz="1200" noProof="0" dirty="0" err="1"/>
              <a:t>an</a:t>
            </a:r>
            <a:r>
              <a:rPr lang="es-MX" sz="1200" noProof="0" dirty="0"/>
              <a:t> </a:t>
            </a:r>
            <a:r>
              <a:rPr lang="es-MX" sz="1200" noProof="0" dirty="0" err="1"/>
              <a:t>external</a:t>
            </a:r>
            <a:r>
              <a:rPr lang="es-MX" sz="1200" noProof="0" dirty="0"/>
              <a:t> site. </a:t>
            </a:r>
            <a:r>
              <a:rPr lang="es-MX" sz="1200" noProof="0" dirty="0" err="1"/>
              <a:t>TensorFlow</a:t>
            </a:r>
            <a:r>
              <a:rPr lang="es-MX" sz="1200" noProof="0" dirty="0"/>
              <a:t>, and </a:t>
            </a:r>
            <a:r>
              <a:rPr lang="es-MX" sz="1200" noProof="0" dirty="0" err="1"/>
              <a:t>PyTorch</a:t>
            </a:r>
            <a:r>
              <a:rPr lang="es-MX" sz="1200" noProof="0" dirty="0"/>
              <a:t>. " O'Reilly Media, Inc.". </a:t>
            </a:r>
            <a:r>
              <a:rPr lang="es-MX" sz="1200" noProof="0" dirty="0" err="1"/>
              <a:t>Chapter</a:t>
            </a:r>
            <a:r>
              <a:rPr lang="es-MX" sz="1200" noProof="0" dirty="0"/>
              <a:t> 1 (</a:t>
            </a:r>
            <a:r>
              <a:rPr lang="es-MX" sz="1200" noProof="0" dirty="0" err="1"/>
              <a:t>Distributed</a:t>
            </a:r>
            <a:r>
              <a:rPr lang="es-MX" sz="1200" noProof="0" dirty="0"/>
              <a:t> Machine </a:t>
            </a:r>
            <a:r>
              <a:rPr lang="es-MX" sz="1200" noProof="0" dirty="0" err="1"/>
              <a:t>Learning</a:t>
            </a:r>
            <a:r>
              <a:rPr lang="es-MX" sz="1200" noProof="0" dirty="0"/>
              <a:t> </a:t>
            </a:r>
            <a:r>
              <a:rPr lang="es-MX" sz="1200" noProof="0" dirty="0" err="1"/>
              <a:t>Terminology</a:t>
            </a:r>
            <a:r>
              <a:rPr lang="es-MX" sz="1200" noProof="0" dirty="0"/>
              <a:t> and </a:t>
            </a:r>
            <a:r>
              <a:rPr lang="es-MX" sz="1200" noProof="0" dirty="0" err="1"/>
              <a:t>Concepts</a:t>
            </a:r>
            <a:r>
              <a:rPr lang="es-MX" sz="1200" noProof="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noProof="0" dirty="0" err="1"/>
              <a:t>Rioux</a:t>
            </a:r>
            <a:r>
              <a:rPr lang="es-MX" sz="1200" noProof="0" dirty="0"/>
              <a:t>, J. (2022). Data </a:t>
            </a:r>
            <a:r>
              <a:rPr lang="es-MX" sz="1200" noProof="0" dirty="0" err="1"/>
              <a:t>Analysis</a:t>
            </a:r>
            <a:r>
              <a:rPr lang="es-MX" sz="1200" noProof="0" dirty="0"/>
              <a:t> </a:t>
            </a:r>
            <a:r>
              <a:rPr lang="es-MX" sz="1200" noProof="0" dirty="0" err="1"/>
              <a:t>with</a:t>
            </a:r>
            <a:r>
              <a:rPr lang="es-MX" sz="1200" noProof="0" dirty="0"/>
              <a:t> Python and </a:t>
            </a:r>
            <a:r>
              <a:rPr lang="es-MX" sz="1200" noProof="0" dirty="0" err="1"/>
              <a:t>PySpark.Links</a:t>
            </a:r>
            <a:r>
              <a:rPr lang="es-MX" sz="1200" noProof="0" dirty="0"/>
              <a:t> </a:t>
            </a:r>
            <a:r>
              <a:rPr lang="es-MX" sz="1200" noProof="0" dirty="0" err="1"/>
              <a:t>to</a:t>
            </a:r>
            <a:r>
              <a:rPr lang="es-MX" sz="1200" noProof="0" dirty="0"/>
              <a:t> </a:t>
            </a:r>
            <a:r>
              <a:rPr lang="es-MX" sz="1200" noProof="0" dirty="0" err="1"/>
              <a:t>an</a:t>
            </a:r>
            <a:r>
              <a:rPr lang="es-MX" sz="1200" noProof="0" dirty="0"/>
              <a:t> </a:t>
            </a:r>
            <a:r>
              <a:rPr lang="es-MX" sz="1200" noProof="0" dirty="0" err="1"/>
              <a:t>external</a:t>
            </a:r>
            <a:r>
              <a:rPr lang="es-MX" sz="1200" noProof="0" dirty="0"/>
              <a:t> site. Manning. </a:t>
            </a:r>
            <a:r>
              <a:rPr lang="es-MX" sz="1200" noProof="0" dirty="0" err="1"/>
              <a:t>Chapter</a:t>
            </a:r>
            <a:r>
              <a:rPr lang="es-MX" sz="1200" noProof="0" dirty="0"/>
              <a:t> 1 (</a:t>
            </a:r>
            <a:r>
              <a:rPr lang="es-MX" sz="1200" noProof="0" dirty="0" err="1"/>
              <a:t>Introducing</a:t>
            </a:r>
            <a:r>
              <a:rPr lang="es-MX" sz="1200" noProof="0" dirty="0"/>
              <a:t> Big Data, Hadoop and </a:t>
            </a:r>
            <a:r>
              <a:rPr lang="es-MX" sz="1200" noProof="0" dirty="0" err="1"/>
              <a:t>Spark</a:t>
            </a:r>
            <a:r>
              <a:rPr lang="es-MX" sz="1200" noProof="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200" noProof="0" dirty="0"/>
              <a:t>Bowles, M. (2019). Machine </a:t>
            </a:r>
            <a:r>
              <a:rPr lang="es-MX" sz="1200" noProof="0" dirty="0" err="1"/>
              <a:t>Learning</a:t>
            </a:r>
            <a:r>
              <a:rPr lang="es-MX" sz="1200" noProof="0" dirty="0"/>
              <a:t> </a:t>
            </a:r>
            <a:r>
              <a:rPr lang="es-MX" sz="1200" noProof="0" dirty="0" err="1"/>
              <a:t>with</a:t>
            </a:r>
            <a:r>
              <a:rPr lang="es-MX" sz="1200" noProof="0" dirty="0"/>
              <a:t> </a:t>
            </a:r>
            <a:r>
              <a:rPr lang="es-MX" sz="1200" noProof="0" dirty="0" err="1"/>
              <a:t>Spark</a:t>
            </a:r>
            <a:r>
              <a:rPr lang="es-MX" sz="1200" noProof="0" dirty="0"/>
              <a:t> and </a:t>
            </a:r>
            <a:r>
              <a:rPr lang="es-MX" sz="1200" noProof="0" dirty="0" err="1"/>
              <a:t>PythonLinks</a:t>
            </a:r>
            <a:r>
              <a:rPr lang="es-MX" sz="1200" noProof="0" dirty="0"/>
              <a:t> </a:t>
            </a:r>
            <a:r>
              <a:rPr lang="es-MX" sz="1200" noProof="0" dirty="0" err="1"/>
              <a:t>to</a:t>
            </a:r>
            <a:r>
              <a:rPr lang="es-MX" sz="1200" noProof="0" dirty="0"/>
              <a:t> </a:t>
            </a:r>
            <a:r>
              <a:rPr lang="es-MX" sz="1200" noProof="0" dirty="0" err="1"/>
              <a:t>an</a:t>
            </a:r>
            <a:r>
              <a:rPr lang="es-MX" sz="1200" noProof="0" dirty="0"/>
              <a:t> </a:t>
            </a:r>
            <a:r>
              <a:rPr lang="es-MX" sz="1200" noProof="0" dirty="0" err="1"/>
              <a:t>external</a:t>
            </a:r>
            <a:r>
              <a:rPr lang="es-MX" sz="1200" noProof="0" dirty="0"/>
              <a:t> site.: </a:t>
            </a:r>
            <a:r>
              <a:rPr lang="es-MX" sz="1200" noProof="0" dirty="0" err="1"/>
              <a:t>Essential</a:t>
            </a:r>
            <a:r>
              <a:rPr lang="es-MX" sz="1200" noProof="0" dirty="0"/>
              <a:t> </a:t>
            </a:r>
            <a:r>
              <a:rPr lang="es-MX" sz="1200" noProof="0" dirty="0" err="1"/>
              <a:t>Techniques</a:t>
            </a:r>
            <a:r>
              <a:rPr lang="es-MX" sz="1200" noProof="0" dirty="0"/>
              <a:t> </a:t>
            </a:r>
            <a:r>
              <a:rPr lang="es-MX" sz="1200" noProof="0" dirty="0" err="1"/>
              <a:t>for</a:t>
            </a:r>
            <a:r>
              <a:rPr lang="es-MX" sz="1200" noProof="0" dirty="0"/>
              <a:t> Predictive </a:t>
            </a:r>
            <a:r>
              <a:rPr lang="es-MX" sz="1200" noProof="0" dirty="0" err="1"/>
              <a:t>Analytics</a:t>
            </a:r>
            <a:r>
              <a:rPr lang="es-MX" sz="1200" noProof="0" dirty="0"/>
              <a:t>. John Wiley &amp; </a:t>
            </a:r>
            <a:r>
              <a:rPr lang="es-MX" sz="1200" noProof="0" dirty="0" err="1"/>
              <a:t>Sons</a:t>
            </a:r>
            <a:r>
              <a:rPr lang="es-MX" sz="1200" noProof="0" dirty="0"/>
              <a:t>. </a:t>
            </a:r>
            <a:r>
              <a:rPr lang="es-MX" sz="1200" noProof="0" dirty="0" err="1"/>
              <a:t>Chapter</a:t>
            </a:r>
            <a:r>
              <a:rPr lang="es-MX" sz="1200" noProof="0" dirty="0"/>
              <a:t> 1 (</a:t>
            </a:r>
            <a:r>
              <a:rPr lang="es-MX" sz="1200" noProof="0" dirty="0" err="1"/>
              <a:t>The</a:t>
            </a:r>
            <a:r>
              <a:rPr lang="es-MX" sz="1200" noProof="0" dirty="0"/>
              <a:t> </a:t>
            </a:r>
            <a:r>
              <a:rPr lang="es-MX" sz="1200" noProof="0" dirty="0" err="1"/>
              <a:t>two</a:t>
            </a:r>
            <a:r>
              <a:rPr lang="es-MX" sz="1200" noProof="0" dirty="0"/>
              <a:t> </a:t>
            </a:r>
            <a:r>
              <a:rPr lang="es-MX" sz="1200" noProof="0" dirty="0" err="1"/>
              <a:t>essential</a:t>
            </a:r>
            <a:r>
              <a:rPr lang="es-MX" sz="1200" noProof="0" dirty="0"/>
              <a:t> </a:t>
            </a:r>
            <a:r>
              <a:rPr lang="es-MX" sz="1200" noProof="0" dirty="0" err="1"/>
              <a:t>algorithms</a:t>
            </a:r>
            <a:r>
              <a:rPr lang="es-MX" sz="1200" noProof="0" dirty="0"/>
              <a:t> </a:t>
            </a:r>
            <a:r>
              <a:rPr lang="es-MX" sz="1200" noProof="0" dirty="0" err="1"/>
              <a:t>for</a:t>
            </a:r>
            <a:r>
              <a:rPr lang="es-MX" sz="1200" noProof="0" dirty="0"/>
              <a:t> </a:t>
            </a:r>
            <a:r>
              <a:rPr lang="es-MX" sz="1200" noProof="0" dirty="0" err="1"/>
              <a:t>making</a:t>
            </a:r>
            <a:r>
              <a:rPr lang="es-MX" sz="1200" noProof="0" dirty="0"/>
              <a:t> </a:t>
            </a:r>
            <a:r>
              <a:rPr lang="es-MX" sz="1200" noProof="0" dirty="0" err="1"/>
              <a:t>predictions</a:t>
            </a:r>
            <a:r>
              <a:rPr lang="es-MX" sz="1200" noProof="0" dirty="0"/>
              <a:t>).</a:t>
            </a:r>
          </a:p>
          <a:p>
            <a:pPr lvl="0"/>
            <a:endParaRPr lang="es-MX" sz="1200" noProof="0" dirty="0"/>
          </a:p>
        </p:txBody>
      </p:sp>
      <p:pic>
        <p:nvPicPr>
          <p:cNvPr id="12" name="Graphic 11" descr="Server with solid fill">
            <a:extLst>
              <a:ext uri="{FF2B5EF4-FFF2-40B4-BE49-F238E27FC236}">
                <a16:creationId xmlns:a16="http://schemas.microsoft.com/office/drawing/2014/main" id="{083E3721-BD94-D9D7-6766-06DC55FFF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4587" y="7468858"/>
            <a:ext cx="914400" cy="914400"/>
          </a:xfrm>
          <a:prstGeom prst="rect">
            <a:avLst/>
          </a:prstGeom>
        </p:spPr>
      </p:pic>
      <p:sp>
        <p:nvSpPr>
          <p:cNvPr id="26" name="Graphic 24" descr="Cloud with solid fill">
            <a:extLst>
              <a:ext uri="{FF2B5EF4-FFF2-40B4-BE49-F238E27FC236}">
                <a16:creationId xmlns:a16="http://schemas.microsoft.com/office/drawing/2014/main" id="{DF002996-F468-223B-29FC-47AC40821A4C}"/>
              </a:ext>
            </a:extLst>
          </p:cNvPr>
          <p:cNvSpPr/>
          <p:nvPr/>
        </p:nvSpPr>
        <p:spPr>
          <a:xfrm>
            <a:off x="7220661" y="2422810"/>
            <a:ext cx="3846678" cy="2190102"/>
          </a:xfrm>
          <a:custGeom>
            <a:avLst/>
            <a:gdLst>
              <a:gd name="csX0" fmla="*/ 5370338 w 6253264"/>
              <a:gd name="csY0" fmla="*/ 1772176 h 3560289"/>
              <a:gd name="csX1" fmla="*/ 5296142 w 6253264"/>
              <a:gd name="csY1" fmla="*/ 1772176 h 3560289"/>
              <a:gd name="csX2" fmla="*/ 5296142 w 6253264"/>
              <a:gd name="csY2" fmla="*/ 1772176 h 3560289"/>
              <a:gd name="csX3" fmla="*/ 4828710 w 6253264"/>
              <a:gd name="csY3" fmla="*/ 866990 h 3560289"/>
              <a:gd name="csX4" fmla="*/ 3812231 w 6253264"/>
              <a:gd name="csY4" fmla="*/ 726018 h 3560289"/>
              <a:gd name="csX5" fmla="*/ 2313480 w 6253264"/>
              <a:gd name="csY5" fmla="*/ 36000 h 3560289"/>
              <a:gd name="csX6" fmla="*/ 1289581 w 6253264"/>
              <a:gd name="csY6" fmla="*/ 1327003 h 3560289"/>
              <a:gd name="csX7" fmla="*/ 1289581 w 6253264"/>
              <a:gd name="csY7" fmla="*/ 1341842 h 3560289"/>
              <a:gd name="csX8" fmla="*/ 221165 w 6253264"/>
              <a:gd name="csY8" fmla="*/ 1772176 h 3560289"/>
              <a:gd name="csX9" fmla="*/ 102452 w 6253264"/>
              <a:gd name="csY9" fmla="*/ 2914788 h 3560289"/>
              <a:gd name="csX10" fmla="*/ 1059575 w 6253264"/>
              <a:gd name="csY10" fmla="*/ 3552870 h 3560289"/>
              <a:gd name="csX11" fmla="*/ 1059575 w 6253264"/>
              <a:gd name="csY11" fmla="*/ 3560289 h 3560289"/>
              <a:gd name="csX12" fmla="*/ 5362918 w 6253264"/>
              <a:gd name="csY12" fmla="*/ 3560289 h 3560289"/>
              <a:gd name="csX13" fmla="*/ 6253265 w 6253264"/>
              <a:gd name="csY13" fmla="*/ 2669943 h 3560289"/>
              <a:gd name="csX14" fmla="*/ 5370338 w 6253264"/>
              <a:gd name="csY14" fmla="*/ 1772176 h 35602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6253264" h="3560289">
                <a:moveTo>
                  <a:pt x="5370338" y="1772176"/>
                </a:moveTo>
                <a:cubicBezTo>
                  <a:pt x="5348079" y="1772176"/>
                  <a:pt x="5318401" y="1772176"/>
                  <a:pt x="5296142" y="1772176"/>
                </a:cubicBezTo>
                <a:cubicBezTo>
                  <a:pt x="5296142" y="1772176"/>
                  <a:pt x="5296142" y="1772176"/>
                  <a:pt x="5296142" y="1772176"/>
                </a:cubicBezTo>
                <a:cubicBezTo>
                  <a:pt x="5296142" y="1408618"/>
                  <a:pt x="5118073" y="1074738"/>
                  <a:pt x="4828710" y="866990"/>
                </a:cubicBezTo>
                <a:cubicBezTo>
                  <a:pt x="4531928" y="659243"/>
                  <a:pt x="4153530" y="607306"/>
                  <a:pt x="3812231" y="726018"/>
                </a:cubicBezTo>
                <a:cubicBezTo>
                  <a:pt x="3530288" y="176971"/>
                  <a:pt x="2907045" y="-104972"/>
                  <a:pt x="2313480" y="36000"/>
                </a:cubicBezTo>
                <a:cubicBezTo>
                  <a:pt x="1719916" y="176971"/>
                  <a:pt x="1289581" y="711179"/>
                  <a:pt x="1289581" y="1327003"/>
                </a:cubicBezTo>
                <a:cubicBezTo>
                  <a:pt x="1289581" y="1327003"/>
                  <a:pt x="1289581" y="1334422"/>
                  <a:pt x="1289581" y="1341842"/>
                </a:cubicBezTo>
                <a:cubicBezTo>
                  <a:pt x="881506" y="1275066"/>
                  <a:pt x="473430" y="1445716"/>
                  <a:pt x="221165" y="1772176"/>
                </a:cubicBezTo>
                <a:cubicBezTo>
                  <a:pt x="-23680" y="2106056"/>
                  <a:pt x="-68198" y="2543810"/>
                  <a:pt x="102452" y="2914788"/>
                </a:cubicBezTo>
                <a:cubicBezTo>
                  <a:pt x="280522" y="3285766"/>
                  <a:pt x="651499" y="3530611"/>
                  <a:pt x="1059575" y="3552870"/>
                </a:cubicBezTo>
                <a:lnTo>
                  <a:pt x="1059575" y="3560289"/>
                </a:lnTo>
                <a:lnTo>
                  <a:pt x="5362918" y="3560289"/>
                </a:lnTo>
                <a:cubicBezTo>
                  <a:pt x="5852609" y="3560289"/>
                  <a:pt x="6253265" y="3159633"/>
                  <a:pt x="6253265" y="2669943"/>
                </a:cubicBezTo>
                <a:cubicBezTo>
                  <a:pt x="6253265" y="2180252"/>
                  <a:pt x="5860029" y="1772176"/>
                  <a:pt x="5370338" y="1772176"/>
                </a:cubicBezTo>
                <a:close/>
              </a:path>
            </a:pathLst>
          </a:cu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chemeClr val="tx2">
                  <a:lumMod val="25000"/>
                  <a:lumOff val="75000"/>
                </a:scheme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8900000" scaled="1"/>
            <a:tileRect/>
          </a:gradFill>
          <a:ln w="74116" cap="flat">
            <a:solidFill>
              <a:schemeClr val="tx1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es-MX" sz="3600" b="1" noProof="0" dirty="0"/>
              <a:t>Big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4FE1F8-325B-8BA0-D398-EAC6E5CA041E}"/>
              </a:ext>
            </a:extLst>
          </p:cNvPr>
          <p:cNvSpPr/>
          <p:nvPr/>
        </p:nvSpPr>
        <p:spPr>
          <a:xfrm>
            <a:off x="2595724" y="4005244"/>
            <a:ext cx="1285966" cy="682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/>
              <a:t>Base de datos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98CC9B39-168B-85E9-1B49-BC47D0F6B448}"/>
              </a:ext>
            </a:extLst>
          </p:cNvPr>
          <p:cNvSpPr/>
          <p:nvPr/>
        </p:nvSpPr>
        <p:spPr>
          <a:xfrm>
            <a:off x="357580" y="5737051"/>
            <a:ext cx="6314303" cy="682303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A5CB3F8C-5B8C-3C6F-EF57-8AF7143BB17F}"/>
              </a:ext>
            </a:extLst>
          </p:cNvPr>
          <p:cNvSpPr/>
          <p:nvPr/>
        </p:nvSpPr>
        <p:spPr>
          <a:xfrm rot="16200000">
            <a:off x="734402" y="6207757"/>
            <a:ext cx="383060" cy="11121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13A5E3B6-E901-8639-0D91-3F6EB8748208}"/>
              </a:ext>
            </a:extLst>
          </p:cNvPr>
          <p:cNvSpPr/>
          <p:nvPr/>
        </p:nvSpPr>
        <p:spPr>
          <a:xfrm rot="16200000">
            <a:off x="2850424" y="5573722"/>
            <a:ext cx="353676" cy="23507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E5AD78-C2D3-C25B-AEEA-DCD103017980}"/>
              </a:ext>
            </a:extLst>
          </p:cNvPr>
          <p:cNvSpPr txBox="1"/>
          <p:nvPr/>
        </p:nvSpPr>
        <p:spPr>
          <a:xfrm>
            <a:off x="369878" y="6960035"/>
            <a:ext cx="1112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noProof="0" dirty="0"/>
              <a:t>RAM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1D0A36-8BBC-9E77-C4E5-7496978B8EB8}"/>
              </a:ext>
            </a:extLst>
          </p:cNvPr>
          <p:cNvSpPr txBox="1"/>
          <p:nvPr/>
        </p:nvSpPr>
        <p:spPr>
          <a:xfrm>
            <a:off x="2329906" y="6955341"/>
            <a:ext cx="1441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noProof="0" dirty="0"/>
              <a:t>Almacenamiento local</a:t>
            </a:r>
          </a:p>
        </p:txBody>
      </p:sp>
      <p:pic>
        <p:nvPicPr>
          <p:cNvPr id="1026" name="Picture 2" descr="Rams Vector Art PNG, Ram Icon, Ram Icons, Ram, Icon PNG Image For Free ...">
            <a:extLst>
              <a:ext uri="{FF2B5EF4-FFF2-40B4-BE49-F238E27FC236}">
                <a16:creationId xmlns:a16="http://schemas.microsoft.com/office/drawing/2014/main" id="{8F7B730A-A5B5-3D05-96DE-1E44C3A72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27" y="7243934"/>
            <a:ext cx="1179009" cy="117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dd Generic color fill icon">
            <a:extLst>
              <a:ext uri="{FF2B5EF4-FFF2-40B4-BE49-F238E27FC236}">
                <a16:creationId xmlns:a16="http://schemas.microsoft.com/office/drawing/2014/main" id="{2BE4718E-D168-E0BC-43BE-1714B6040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906" y="7519608"/>
            <a:ext cx="1286128" cy="128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E1BBD84-8D56-9461-9273-BC0D314789BA}"/>
              </a:ext>
            </a:extLst>
          </p:cNvPr>
          <p:cNvSpPr txBox="1"/>
          <p:nvPr/>
        </p:nvSpPr>
        <p:spPr>
          <a:xfrm>
            <a:off x="102156" y="5131089"/>
            <a:ext cx="95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noProof="0" dirty="0"/>
              <a:t>“Pequeña y ligera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5E03D7-5C1B-7B93-9197-DB48900970E1}"/>
              </a:ext>
            </a:extLst>
          </p:cNvPr>
          <p:cNvSpPr txBox="1"/>
          <p:nvPr/>
        </p:nvSpPr>
        <p:spPr>
          <a:xfrm>
            <a:off x="5787353" y="5196370"/>
            <a:ext cx="952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noProof="0" dirty="0"/>
              <a:t>“Grande y pesada”</a:t>
            </a: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A6901964-B24E-29CA-10CD-5B8A2C95F6BD}"/>
              </a:ext>
            </a:extLst>
          </p:cNvPr>
          <p:cNvSpPr/>
          <p:nvPr/>
        </p:nvSpPr>
        <p:spPr>
          <a:xfrm rot="16200000">
            <a:off x="5232326" y="5573723"/>
            <a:ext cx="353676" cy="23507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6061E7-4652-B0B3-6052-01A814DF3E74}"/>
              </a:ext>
            </a:extLst>
          </p:cNvPr>
          <p:cNvSpPr txBox="1"/>
          <p:nvPr/>
        </p:nvSpPr>
        <p:spPr>
          <a:xfrm>
            <a:off x="4688167" y="7001739"/>
            <a:ext cx="1441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200" noProof="0" dirty="0"/>
              <a:t>Arquitectura en nube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2FAE1D-97AC-9F73-1B9B-8C76BC09D39F}"/>
              </a:ext>
            </a:extLst>
          </p:cNvPr>
          <p:cNvSpPr/>
          <p:nvPr/>
        </p:nvSpPr>
        <p:spPr>
          <a:xfrm>
            <a:off x="16467078" y="2832969"/>
            <a:ext cx="1329967" cy="517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/>
              <a:t>Python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2B5E5E-797A-7970-BBE1-114789ED041E}"/>
              </a:ext>
            </a:extLst>
          </p:cNvPr>
          <p:cNvSpPr/>
          <p:nvPr/>
        </p:nvSpPr>
        <p:spPr>
          <a:xfrm>
            <a:off x="16269339" y="4413513"/>
            <a:ext cx="1329967" cy="517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 err="1"/>
              <a:t>PySpark</a:t>
            </a:r>
            <a:endParaRPr lang="es-MX" noProof="0" dirty="0"/>
          </a:p>
        </p:txBody>
      </p: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FA2338AB-09EB-92E2-7013-BE3ACAE49F33}"/>
              </a:ext>
            </a:extLst>
          </p:cNvPr>
          <p:cNvCxnSpPr>
            <a:cxnSpLocks/>
            <a:stCxn id="26" idx="7"/>
            <a:endCxn id="5" idx="0"/>
          </p:cNvCxnSpPr>
          <p:nvPr/>
        </p:nvCxnSpPr>
        <p:spPr>
          <a:xfrm flipH="1" flipV="1">
            <a:off x="5787354" y="2467228"/>
            <a:ext cx="2226589" cy="781012"/>
          </a:xfrm>
          <a:prstGeom prst="curvedConnector4">
            <a:avLst>
              <a:gd name="adj1" fmla="val 36262"/>
              <a:gd name="adj2" fmla="val 282932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101CEEB3-0D67-C693-578E-E2DACB42AB96}"/>
              </a:ext>
            </a:extLst>
          </p:cNvPr>
          <p:cNvCxnSpPr>
            <a:stCxn id="5" idx="1"/>
            <a:endCxn id="27" idx="0"/>
          </p:cNvCxnSpPr>
          <p:nvPr/>
        </p:nvCxnSpPr>
        <p:spPr>
          <a:xfrm rot="10800000" flipV="1">
            <a:off x="3238708" y="2924428"/>
            <a:ext cx="1664117" cy="1080816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EA10E4B-3228-F411-856F-BF567FE119A4}"/>
              </a:ext>
            </a:extLst>
          </p:cNvPr>
          <p:cNvCxnSpPr>
            <a:cxnSpLocks/>
          </p:cNvCxnSpPr>
          <p:nvPr/>
        </p:nvCxnSpPr>
        <p:spPr>
          <a:xfrm>
            <a:off x="4202659" y="4687546"/>
            <a:ext cx="0" cy="4378395"/>
          </a:xfrm>
          <a:prstGeom prst="line">
            <a:avLst/>
          </a:prstGeom>
          <a:ln w="762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123C736-B6D2-050F-422B-7987EB940BD5}"/>
              </a:ext>
            </a:extLst>
          </p:cNvPr>
          <p:cNvCxnSpPr>
            <a:cxnSpLocks/>
          </p:cNvCxnSpPr>
          <p:nvPr/>
        </p:nvCxnSpPr>
        <p:spPr>
          <a:xfrm flipV="1">
            <a:off x="4146319" y="4307561"/>
            <a:ext cx="2337666" cy="37998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47275DE-3C42-1337-39DC-484100CF67F3}"/>
              </a:ext>
            </a:extLst>
          </p:cNvPr>
          <p:cNvCxnSpPr>
            <a:cxnSpLocks/>
          </p:cNvCxnSpPr>
          <p:nvPr/>
        </p:nvCxnSpPr>
        <p:spPr>
          <a:xfrm>
            <a:off x="4171552" y="9024323"/>
            <a:ext cx="2541913" cy="194544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Speech Bubble: Rectangle 1026">
            <a:extLst>
              <a:ext uri="{FF2B5EF4-FFF2-40B4-BE49-F238E27FC236}">
                <a16:creationId xmlns:a16="http://schemas.microsoft.com/office/drawing/2014/main" id="{4D34423F-0F98-BE7C-0EB0-B69C9DD987B2}"/>
              </a:ext>
            </a:extLst>
          </p:cNvPr>
          <p:cNvSpPr/>
          <p:nvPr/>
        </p:nvSpPr>
        <p:spPr>
          <a:xfrm>
            <a:off x="946251" y="9024323"/>
            <a:ext cx="2541912" cy="873271"/>
          </a:xfrm>
          <a:prstGeom prst="wedgeRectCallout">
            <a:avLst>
              <a:gd name="adj1" fmla="val 77097"/>
              <a:gd name="adj2" fmla="val -92659"/>
            </a:avLst>
          </a:prstGeom>
          <a:solidFill>
            <a:srgbClr val="8023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/>
              <a:t>La tecnología empuja esa frontera continuamente</a:t>
            </a:r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2F43F446-D991-BF36-11C1-BE7E27199A8C}"/>
              </a:ext>
            </a:extLst>
          </p:cNvPr>
          <p:cNvSpPr/>
          <p:nvPr/>
        </p:nvSpPr>
        <p:spPr>
          <a:xfrm>
            <a:off x="15679677" y="1464609"/>
            <a:ext cx="1329967" cy="517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/>
              <a:t>Software</a:t>
            </a:r>
          </a:p>
        </p:txBody>
      </p:sp>
      <p:cxnSp>
        <p:nvCxnSpPr>
          <p:cNvPr id="1030" name="Connector: Curved 1029">
            <a:extLst>
              <a:ext uri="{FF2B5EF4-FFF2-40B4-BE49-F238E27FC236}">
                <a16:creationId xmlns:a16="http://schemas.microsoft.com/office/drawing/2014/main" id="{1292E48F-5FA1-56FB-9664-A264AE948BBA}"/>
              </a:ext>
            </a:extLst>
          </p:cNvPr>
          <p:cNvCxnSpPr>
            <a:cxnSpLocks/>
            <a:stCxn id="26" idx="3"/>
            <a:endCxn id="6" idx="0"/>
          </p:cNvCxnSpPr>
          <p:nvPr/>
        </p:nvCxnSpPr>
        <p:spPr>
          <a:xfrm flipV="1">
            <a:off x="10191029" y="2195971"/>
            <a:ext cx="2990190" cy="760166"/>
          </a:xfrm>
          <a:prstGeom prst="curvedConnector4">
            <a:avLst>
              <a:gd name="adj1" fmla="val 24227"/>
              <a:gd name="adj2" fmla="val 130072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: Curved 1032">
            <a:extLst>
              <a:ext uri="{FF2B5EF4-FFF2-40B4-BE49-F238E27FC236}">
                <a16:creationId xmlns:a16="http://schemas.microsoft.com/office/drawing/2014/main" id="{B8A3D0B6-DF64-9B15-37F2-2BA3BE4381C3}"/>
              </a:ext>
            </a:extLst>
          </p:cNvPr>
          <p:cNvCxnSpPr>
            <a:cxnSpLocks/>
            <a:stCxn id="6" idx="3"/>
            <a:endCxn id="1029" idx="0"/>
          </p:cNvCxnSpPr>
          <p:nvPr/>
        </p:nvCxnSpPr>
        <p:spPr>
          <a:xfrm flipV="1">
            <a:off x="13846202" y="1464609"/>
            <a:ext cx="2498459" cy="1049861"/>
          </a:xfrm>
          <a:prstGeom prst="curvedConnector4">
            <a:avLst>
              <a:gd name="adj1" fmla="val 36692"/>
              <a:gd name="adj2" fmla="val 121774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6B0DA6-E560-2BC5-BE73-2C7B295AC66D}"/>
              </a:ext>
            </a:extLst>
          </p:cNvPr>
          <p:cNvSpPr/>
          <p:nvPr/>
        </p:nvSpPr>
        <p:spPr>
          <a:xfrm>
            <a:off x="11983477" y="3786263"/>
            <a:ext cx="1329967" cy="517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noProof="0" dirty="0"/>
              <a:t>Hardware</a:t>
            </a:r>
          </a:p>
        </p:txBody>
      </p:sp>
      <p:cxnSp>
        <p:nvCxnSpPr>
          <p:cNvPr id="1038" name="Connector: Curved 1037">
            <a:extLst>
              <a:ext uri="{FF2B5EF4-FFF2-40B4-BE49-F238E27FC236}">
                <a16:creationId xmlns:a16="http://schemas.microsoft.com/office/drawing/2014/main" id="{F7C67839-E1EA-DFDE-587E-DCBFE9DB1555}"/>
              </a:ext>
            </a:extLst>
          </p:cNvPr>
          <p:cNvCxnSpPr>
            <a:cxnSpLocks/>
            <a:stCxn id="6" idx="2"/>
            <a:endCxn id="1037" idx="0"/>
          </p:cNvCxnSpPr>
          <p:nvPr/>
        </p:nvCxnSpPr>
        <p:spPr>
          <a:xfrm rot="5400000">
            <a:off x="12438193" y="3043237"/>
            <a:ext cx="953294" cy="532758"/>
          </a:xfrm>
          <a:prstGeom prst="curvedConnector3">
            <a:avLst>
              <a:gd name="adj1" fmla="val 50000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Connector: Curved 1041">
            <a:extLst>
              <a:ext uri="{FF2B5EF4-FFF2-40B4-BE49-F238E27FC236}">
                <a16:creationId xmlns:a16="http://schemas.microsoft.com/office/drawing/2014/main" id="{194DABC9-5C7E-FB94-A179-A15F913540DA}"/>
              </a:ext>
            </a:extLst>
          </p:cNvPr>
          <p:cNvCxnSpPr>
            <a:cxnSpLocks/>
            <a:stCxn id="1029" idx="2"/>
            <a:endCxn id="39" idx="0"/>
          </p:cNvCxnSpPr>
          <p:nvPr/>
        </p:nvCxnSpPr>
        <p:spPr>
          <a:xfrm rot="16200000" flipH="1">
            <a:off x="16313086" y="2013993"/>
            <a:ext cx="850550" cy="787401"/>
          </a:xfrm>
          <a:prstGeom prst="curvedConnector3">
            <a:avLst>
              <a:gd name="adj1" fmla="val 50000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Connector: Curved 1047">
            <a:extLst>
              <a:ext uri="{FF2B5EF4-FFF2-40B4-BE49-F238E27FC236}">
                <a16:creationId xmlns:a16="http://schemas.microsoft.com/office/drawing/2014/main" id="{A91ED571-4779-5971-C1CC-27A48108EFE0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rot="5400000">
            <a:off x="16501826" y="3783277"/>
            <a:ext cx="1062734" cy="197739"/>
          </a:xfrm>
          <a:prstGeom prst="curvedConnector3">
            <a:avLst>
              <a:gd name="adj1" fmla="val 50000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1" name="Picture 6" descr="Python icon - Free download on Iconfinder">
            <a:extLst>
              <a:ext uri="{FF2B5EF4-FFF2-40B4-BE49-F238E27FC236}">
                <a16:creationId xmlns:a16="http://schemas.microsoft.com/office/drawing/2014/main" id="{4979938B-2ABE-E019-E29D-EFE3DD06D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7043" y="2625133"/>
            <a:ext cx="1420035" cy="142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1052">
            <a:extLst>
              <a:ext uri="{FF2B5EF4-FFF2-40B4-BE49-F238E27FC236}">
                <a16:creationId xmlns:a16="http://schemas.microsoft.com/office/drawing/2014/main" id="{D06540D5-2BB6-9AEA-B270-15CE951C5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41882" y="5120915"/>
            <a:ext cx="2257424" cy="1128712"/>
          </a:xfrm>
          <a:prstGeom prst="ellipse">
            <a:avLst/>
          </a:prstGeom>
          <a:ln>
            <a:solidFill>
              <a:schemeClr val="tx1"/>
            </a:solidFill>
          </a:ln>
        </p:spPr>
      </p:pic>
      <p:pic>
        <p:nvPicPr>
          <p:cNvPr id="1055" name="Graphic 1054" descr="Laptop with solid fill">
            <a:extLst>
              <a:ext uri="{FF2B5EF4-FFF2-40B4-BE49-F238E27FC236}">
                <a16:creationId xmlns:a16="http://schemas.microsoft.com/office/drawing/2014/main" id="{8934B4C3-680C-2D4D-C1AC-A4A03401B2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87239" y="7268668"/>
            <a:ext cx="914400" cy="914400"/>
          </a:xfrm>
          <a:prstGeom prst="rect">
            <a:avLst/>
          </a:prstGeom>
        </p:spPr>
      </p:pic>
      <p:pic>
        <p:nvPicPr>
          <p:cNvPr id="1057" name="Graphic 1056" descr="Computer outline">
            <a:extLst>
              <a:ext uri="{FF2B5EF4-FFF2-40B4-BE49-F238E27FC236}">
                <a16:creationId xmlns:a16="http://schemas.microsoft.com/office/drawing/2014/main" id="{B4F38ADD-5A24-7131-CD81-089C6F7D75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8744" y="7412647"/>
            <a:ext cx="914400" cy="914400"/>
          </a:xfrm>
          <a:prstGeom prst="rect">
            <a:avLst/>
          </a:prstGeom>
        </p:spPr>
      </p:pic>
      <p:pic>
        <p:nvPicPr>
          <p:cNvPr id="1059" name="Graphic 1058" descr="Laptop outline">
            <a:extLst>
              <a:ext uri="{FF2B5EF4-FFF2-40B4-BE49-F238E27FC236}">
                <a16:creationId xmlns:a16="http://schemas.microsoft.com/office/drawing/2014/main" id="{A4EE3B41-DD46-B4DA-31B5-58D48FF911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9051" y="6403734"/>
            <a:ext cx="914400" cy="914400"/>
          </a:xfrm>
          <a:prstGeom prst="rect">
            <a:avLst/>
          </a:prstGeom>
        </p:spPr>
      </p:pic>
      <p:pic>
        <p:nvPicPr>
          <p:cNvPr id="1061" name="Graphic 1060" descr="Computer with solid fill">
            <a:extLst>
              <a:ext uri="{FF2B5EF4-FFF2-40B4-BE49-F238E27FC236}">
                <a16:creationId xmlns:a16="http://schemas.microsoft.com/office/drawing/2014/main" id="{3E60F103-084E-3D60-030E-B0271B32B7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22585" y="5978998"/>
            <a:ext cx="914400" cy="914400"/>
          </a:xfrm>
          <a:prstGeom prst="rect">
            <a:avLst/>
          </a:prstGeom>
        </p:spPr>
      </p:pic>
      <p:sp>
        <p:nvSpPr>
          <p:cNvPr id="1062" name="TextBox 1061">
            <a:extLst>
              <a:ext uri="{FF2B5EF4-FFF2-40B4-BE49-F238E27FC236}">
                <a16:creationId xmlns:a16="http://schemas.microsoft.com/office/drawing/2014/main" id="{1E0B2A4C-CDB0-FDCE-483C-CC2A0C96FE23}"/>
              </a:ext>
            </a:extLst>
          </p:cNvPr>
          <p:cNvSpPr txBox="1"/>
          <p:nvPr/>
        </p:nvSpPr>
        <p:spPr>
          <a:xfrm>
            <a:off x="13222368" y="1210431"/>
            <a:ext cx="1329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noProof="0"/>
              <a:t>Sistema distribuido</a:t>
            </a:r>
          </a:p>
          <a:p>
            <a:r>
              <a:rPr lang="es-MX" noProof="0" dirty="0"/>
              <a:t>HADOOP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2205A994-18F2-4E62-BE14-397CF230F711}"/>
              </a:ext>
            </a:extLst>
          </p:cNvPr>
          <p:cNvSpPr txBox="1"/>
          <p:nvPr/>
        </p:nvSpPr>
        <p:spPr>
          <a:xfrm>
            <a:off x="12046765" y="5378490"/>
            <a:ext cx="132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Sistema central</a:t>
            </a:r>
            <a:endParaRPr lang="es-MX" noProof="0" dirty="0"/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79FE0CE4-7679-FC42-200E-F6BC87A74CAF}"/>
              </a:ext>
            </a:extLst>
          </p:cNvPr>
          <p:cNvSpPr txBox="1"/>
          <p:nvPr/>
        </p:nvSpPr>
        <p:spPr>
          <a:xfrm>
            <a:off x="7592207" y="7318134"/>
            <a:ext cx="2772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Equipos de computo prestando recursos</a:t>
            </a:r>
            <a:endParaRPr lang="es-MX" noProof="0" dirty="0"/>
          </a:p>
        </p:txBody>
      </p:sp>
      <p:cxnSp>
        <p:nvCxnSpPr>
          <p:cNvPr id="1065" name="Connector: Curved 1064">
            <a:extLst>
              <a:ext uri="{FF2B5EF4-FFF2-40B4-BE49-F238E27FC236}">
                <a16:creationId xmlns:a16="http://schemas.microsoft.com/office/drawing/2014/main" id="{0E7E9036-3ACE-AE88-D4E0-11CB52E92F5B}"/>
              </a:ext>
            </a:extLst>
          </p:cNvPr>
          <p:cNvCxnSpPr>
            <a:cxnSpLocks/>
            <a:stCxn id="1037" idx="2"/>
          </p:cNvCxnSpPr>
          <p:nvPr/>
        </p:nvCxnSpPr>
        <p:spPr>
          <a:xfrm rot="5400000">
            <a:off x="10817800" y="4402576"/>
            <a:ext cx="1929165" cy="1732159"/>
          </a:xfrm>
          <a:prstGeom prst="curvedConnector3">
            <a:avLst>
              <a:gd name="adj1" fmla="val 50000"/>
            </a:avLst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2CD1D31E-5ADA-3B8F-1415-68FD4FC2AAFE}"/>
              </a:ext>
            </a:extLst>
          </p:cNvPr>
          <p:cNvCxnSpPr>
            <a:cxnSpLocks/>
            <a:stCxn id="1061" idx="2"/>
            <a:endCxn id="1059" idx="3"/>
          </p:cNvCxnSpPr>
          <p:nvPr/>
        </p:nvCxnSpPr>
        <p:spPr>
          <a:xfrm flipH="1" flipV="1">
            <a:off x="9363451" y="6860934"/>
            <a:ext cx="1416334" cy="32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AB3EF05B-A9ED-8FCF-BF67-F7488031D0F9}"/>
              </a:ext>
            </a:extLst>
          </p:cNvPr>
          <p:cNvCxnSpPr>
            <a:cxnSpLocks/>
            <a:stCxn id="1061" idx="2"/>
            <a:endCxn id="1057" idx="0"/>
          </p:cNvCxnSpPr>
          <p:nvPr/>
        </p:nvCxnSpPr>
        <p:spPr>
          <a:xfrm flipH="1">
            <a:off x="10365944" y="6893398"/>
            <a:ext cx="413841" cy="519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96FA52F6-1DC2-7B78-0888-8819F42D4857}"/>
              </a:ext>
            </a:extLst>
          </p:cNvPr>
          <p:cNvCxnSpPr>
            <a:cxnSpLocks/>
            <a:stCxn id="1061" idx="2"/>
            <a:endCxn id="1055" idx="0"/>
          </p:cNvCxnSpPr>
          <p:nvPr/>
        </p:nvCxnSpPr>
        <p:spPr>
          <a:xfrm>
            <a:off x="10779785" y="6893398"/>
            <a:ext cx="1364654" cy="375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55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990bb7a-51f4-439b-bd36-9c07fb1041c0}" enabled="0" method="" siteId="{c990bb7a-51f4-439b-bd36-9c07fb1041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188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Marcelo (M.)</dc:creator>
  <cp:lastModifiedBy>Lopez, Marcelo (M.)</cp:lastModifiedBy>
  <cp:revision>1</cp:revision>
  <dcterms:created xsi:type="dcterms:W3CDTF">2026-04-27T04:51:39Z</dcterms:created>
  <dcterms:modified xsi:type="dcterms:W3CDTF">2026-04-27T05:51:55Z</dcterms:modified>
</cp:coreProperties>
</file>